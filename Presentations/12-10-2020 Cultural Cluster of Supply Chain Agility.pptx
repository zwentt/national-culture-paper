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handoutMasterIdLst>
    <p:handoutMasterId r:id="rId38"/>
  </p:handoutMasterIdLst>
  <p:sldIdLst>
    <p:sldId id="407" r:id="rId5"/>
    <p:sldId id="311" r:id="rId6"/>
    <p:sldId id="394" r:id="rId7"/>
    <p:sldId id="393" r:id="rId8"/>
    <p:sldId id="370" r:id="rId9"/>
    <p:sldId id="389" r:id="rId10"/>
    <p:sldId id="371" r:id="rId11"/>
    <p:sldId id="369" r:id="rId12"/>
    <p:sldId id="322" r:id="rId13"/>
    <p:sldId id="335" r:id="rId14"/>
    <p:sldId id="336" r:id="rId15"/>
    <p:sldId id="372" r:id="rId16"/>
    <p:sldId id="316" r:id="rId17"/>
    <p:sldId id="269" r:id="rId18"/>
    <p:sldId id="390" r:id="rId19"/>
    <p:sldId id="398" r:id="rId20"/>
    <p:sldId id="399" r:id="rId21"/>
    <p:sldId id="272" r:id="rId22"/>
    <p:sldId id="270" r:id="rId23"/>
    <p:sldId id="373" r:id="rId24"/>
    <p:sldId id="273" r:id="rId25"/>
    <p:sldId id="274" r:id="rId26"/>
    <p:sldId id="405" r:id="rId27"/>
    <p:sldId id="406" r:id="rId28"/>
    <p:sldId id="396" r:id="rId29"/>
    <p:sldId id="392" r:id="rId30"/>
    <p:sldId id="401" r:id="rId31"/>
    <p:sldId id="402" r:id="rId32"/>
    <p:sldId id="403" r:id="rId33"/>
    <p:sldId id="404" r:id="rId34"/>
    <p:sldId id="312" r:id="rId35"/>
    <p:sldId id="33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998AF7E-21B5-490E-8BF0-38B63494E5E8}">
          <p14:sldIdLst>
            <p14:sldId id="407"/>
            <p14:sldId id="311"/>
            <p14:sldId id="394"/>
            <p14:sldId id="393"/>
            <p14:sldId id="370"/>
            <p14:sldId id="389"/>
            <p14:sldId id="371"/>
            <p14:sldId id="369"/>
            <p14:sldId id="322"/>
            <p14:sldId id="335"/>
            <p14:sldId id="336"/>
            <p14:sldId id="372"/>
            <p14:sldId id="316"/>
            <p14:sldId id="269"/>
            <p14:sldId id="390"/>
            <p14:sldId id="398"/>
            <p14:sldId id="399"/>
            <p14:sldId id="272"/>
            <p14:sldId id="270"/>
            <p14:sldId id="373"/>
            <p14:sldId id="273"/>
            <p14:sldId id="274"/>
            <p14:sldId id="405"/>
            <p14:sldId id="406"/>
            <p14:sldId id="396"/>
            <p14:sldId id="392"/>
            <p14:sldId id="401"/>
            <p14:sldId id="402"/>
            <p14:sldId id="403"/>
            <p14:sldId id="404"/>
            <p14:sldId id="312"/>
            <p14:sldId id="33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4FC9"/>
    <a:srgbClr val="003E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8F7D11-EE6F-4AE5-8AC0-355C3EE67131}" v="1507" dt="2020-12-10T14:21:11.1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19" autoAdjust="0"/>
  </p:normalViewPr>
  <p:slideViewPr>
    <p:cSldViewPr snapToGrid="0">
      <p:cViewPr varScale="1">
        <p:scale>
          <a:sx n="105" d="100"/>
          <a:sy n="105" d="100"/>
        </p:scale>
        <p:origin x="510" y="114"/>
      </p:cViewPr>
      <p:guideLst/>
    </p:cSldViewPr>
  </p:slideViewPr>
  <p:notesTextViewPr>
    <p:cViewPr>
      <p:scale>
        <a:sx n="1" d="1"/>
        <a:sy n="1" d="1"/>
      </p:scale>
      <p:origin x="0" y="0"/>
    </p:cViewPr>
  </p:notesTextViewPr>
  <p:notesViewPr>
    <p:cSldViewPr snapToGrid="0">
      <p:cViewPr varScale="1">
        <p:scale>
          <a:sx n="74" d="100"/>
          <a:sy n="74" d="100"/>
        </p:scale>
        <p:origin x="3408" y="4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ezhu" userId="df4bd854-1f52-42f8-920c-4cd305c9e4d4" providerId="ADAL" clId="{70EF5926-31CD-4883-AF3C-0FE7B53D87C7}"/>
    <pc:docChg chg="custSel addSld delSld modSld modSection">
      <pc:chgData name="Zhezhu" userId="df4bd854-1f52-42f8-920c-4cd305c9e4d4" providerId="ADAL" clId="{70EF5926-31CD-4883-AF3C-0FE7B53D87C7}" dt="2020-12-09T04:54:27.898" v="894"/>
      <pc:docMkLst>
        <pc:docMk/>
      </pc:docMkLst>
      <pc:sldChg chg="addSp">
        <pc:chgData name="Zhezhu" userId="df4bd854-1f52-42f8-920c-4cd305c9e4d4" providerId="ADAL" clId="{70EF5926-31CD-4883-AF3C-0FE7B53D87C7}" dt="2020-12-09T04:54:27.898" v="894"/>
        <pc:sldMkLst>
          <pc:docMk/>
          <pc:sldMk cId="2881823402" sldId="257"/>
        </pc:sldMkLst>
        <pc:picChg chg="add">
          <ac:chgData name="Zhezhu" userId="df4bd854-1f52-42f8-920c-4cd305c9e4d4" providerId="ADAL" clId="{70EF5926-31CD-4883-AF3C-0FE7B53D87C7}" dt="2020-12-09T04:54:27.898" v="894"/>
          <ac:picMkLst>
            <pc:docMk/>
            <pc:sldMk cId="2881823402" sldId="257"/>
            <ac:picMk id="4" creationId="{1667D7F9-1F1B-4791-A711-FD088E6DE168}"/>
          </ac:picMkLst>
        </pc:picChg>
      </pc:sldChg>
      <pc:sldChg chg="del">
        <pc:chgData name="Zhezhu" userId="df4bd854-1f52-42f8-920c-4cd305c9e4d4" providerId="ADAL" clId="{70EF5926-31CD-4883-AF3C-0FE7B53D87C7}" dt="2020-12-09T04:28:59.875" v="2" actId="2696"/>
        <pc:sldMkLst>
          <pc:docMk/>
          <pc:sldMk cId="1582128512" sldId="260"/>
        </pc:sldMkLst>
      </pc:sldChg>
      <pc:sldChg chg="del">
        <pc:chgData name="Zhezhu" userId="df4bd854-1f52-42f8-920c-4cd305c9e4d4" providerId="ADAL" clId="{70EF5926-31CD-4883-AF3C-0FE7B53D87C7}" dt="2020-12-09T04:28:59.867" v="1" actId="2696"/>
        <pc:sldMkLst>
          <pc:docMk/>
          <pc:sldMk cId="154784159" sldId="265"/>
        </pc:sldMkLst>
      </pc:sldChg>
      <pc:sldChg chg="addSp">
        <pc:chgData name="Zhezhu" userId="df4bd854-1f52-42f8-920c-4cd305c9e4d4" providerId="ADAL" clId="{70EF5926-31CD-4883-AF3C-0FE7B53D87C7}" dt="2020-12-09T04:54:11.536" v="893"/>
        <pc:sldMkLst>
          <pc:docMk/>
          <pc:sldMk cId="787523523" sldId="266"/>
        </pc:sldMkLst>
        <pc:picChg chg="add">
          <ac:chgData name="Zhezhu" userId="df4bd854-1f52-42f8-920c-4cd305c9e4d4" providerId="ADAL" clId="{70EF5926-31CD-4883-AF3C-0FE7B53D87C7}" dt="2020-12-09T04:54:11.536" v="893"/>
          <ac:picMkLst>
            <pc:docMk/>
            <pc:sldMk cId="787523523" sldId="266"/>
            <ac:picMk id="12" creationId="{090D4EE1-2ABD-465E-960F-62E694A34250}"/>
          </ac:picMkLst>
        </pc:picChg>
      </pc:sldChg>
      <pc:sldChg chg="del">
        <pc:chgData name="Zhezhu" userId="df4bd854-1f52-42f8-920c-4cd305c9e4d4" providerId="ADAL" clId="{70EF5926-31CD-4883-AF3C-0FE7B53D87C7}" dt="2020-12-09T04:28:59.925" v="6" actId="2696"/>
        <pc:sldMkLst>
          <pc:docMk/>
          <pc:sldMk cId="3163337185" sldId="268"/>
        </pc:sldMkLst>
      </pc:sldChg>
      <pc:sldChg chg="del">
        <pc:chgData name="Zhezhu" userId="df4bd854-1f52-42f8-920c-4cd305c9e4d4" providerId="ADAL" clId="{70EF5926-31CD-4883-AF3C-0FE7B53D87C7}" dt="2020-12-09T04:29:00.073" v="12" actId="2696"/>
        <pc:sldMkLst>
          <pc:docMk/>
          <pc:sldMk cId="1027776296" sldId="269"/>
        </pc:sldMkLst>
      </pc:sldChg>
      <pc:sldChg chg="del">
        <pc:chgData name="Zhezhu" userId="df4bd854-1f52-42f8-920c-4cd305c9e4d4" providerId="ADAL" clId="{70EF5926-31CD-4883-AF3C-0FE7B53D87C7}" dt="2020-12-09T04:29:00.145" v="13" actId="2696"/>
        <pc:sldMkLst>
          <pc:docMk/>
          <pc:sldMk cId="3333926989" sldId="270"/>
        </pc:sldMkLst>
      </pc:sldChg>
      <pc:sldChg chg="del">
        <pc:chgData name="Zhezhu" userId="df4bd854-1f52-42f8-920c-4cd305c9e4d4" providerId="ADAL" clId="{70EF5926-31CD-4883-AF3C-0FE7B53D87C7}" dt="2020-12-09T04:29:00.710" v="29" actId="2696"/>
        <pc:sldMkLst>
          <pc:docMk/>
          <pc:sldMk cId="3772619681" sldId="271"/>
        </pc:sldMkLst>
      </pc:sldChg>
      <pc:sldChg chg="del">
        <pc:chgData name="Zhezhu" userId="df4bd854-1f52-42f8-920c-4cd305c9e4d4" providerId="ADAL" clId="{70EF5926-31CD-4883-AF3C-0FE7B53D87C7}" dt="2020-12-09T04:29:00.168" v="14" actId="2696"/>
        <pc:sldMkLst>
          <pc:docMk/>
          <pc:sldMk cId="1459836734" sldId="272"/>
        </pc:sldMkLst>
      </pc:sldChg>
      <pc:sldChg chg="del">
        <pc:chgData name="Zhezhu" userId="df4bd854-1f52-42f8-920c-4cd305c9e4d4" providerId="ADAL" clId="{70EF5926-31CD-4883-AF3C-0FE7B53D87C7}" dt="2020-12-09T04:29:00.641" v="28" actId="2696"/>
        <pc:sldMkLst>
          <pc:docMk/>
          <pc:sldMk cId="922449403" sldId="273"/>
        </pc:sldMkLst>
      </pc:sldChg>
      <pc:sldChg chg="del">
        <pc:chgData name="Zhezhu" userId="df4bd854-1f52-42f8-920c-4cd305c9e4d4" providerId="ADAL" clId="{70EF5926-31CD-4883-AF3C-0FE7B53D87C7}" dt="2020-12-09T04:29:00.823" v="30" actId="2696"/>
        <pc:sldMkLst>
          <pc:docMk/>
          <pc:sldMk cId="2638104745" sldId="274"/>
        </pc:sldMkLst>
      </pc:sldChg>
      <pc:sldChg chg="del">
        <pc:chgData name="Zhezhu" userId="df4bd854-1f52-42f8-920c-4cd305c9e4d4" providerId="ADAL" clId="{70EF5926-31CD-4883-AF3C-0FE7B53D87C7}" dt="2020-12-09T04:30:57.346" v="45" actId="2696"/>
        <pc:sldMkLst>
          <pc:docMk/>
          <pc:sldMk cId="3139403207" sldId="278"/>
        </pc:sldMkLst>
      </pc:sldChg>
      <pc:sldChg chg="addSp modSp">
        <pc:chgData name="Zhezhu" userId="df4bd854-1f52-42f8-920c-4cd305c9e4d4" providerId="ADAL" clId="{70EF5926-31CD-4883-AF3C-0FE7B53D87C7}" dt="2020-12-09T04:43:45.898" v="68" actId="14100"/>
        <pc:sldMkLst>
          <pc:docMk/>
          <pc:sldMk cId="1596482349" sldId="280"/>
        </pc:sldMkLst>
        <pc:picChg chg="add mod">
          <ac:chgData name="Zhezhu" userId="df4bd854-1f52-42f8-920c-4cd305c9e4d4" providerId="ADAL" clId="{70EF5926-31CD-4883-AF3C-0FE7B53D87C7}" dt="2020-12-09T04:43:45.898" v="68" actId="14100"/>
          <ac:picMkLst>
            <pc:docMk/>
            <pc:sldMk cId="1596482349" sldId="280"/>
            <ac:picMk id="3" creationId="{86A3E058-D16E-4E34-BDF1-0F29171AE54A}"/>
          </ac:picMkLst>
        </pc:picChg>
      </pc:sldChg>
      <pc:sldChg chg="del">
        <pc:chgData name="Zhezhu" userId="df4bd854-1f52-42f8-920c-4cd305c9e4d4" providerId="ADAL" clId="{70EF5926-31CD-4883-AF3C-0FE7B53D87C7}" dt="2020-12-09T04:29:10.180" v="37" actId="2696"/>
        <pc:sldMkLst>
          <pc:docMk/>
          <pc:sldMk cId="143129537" sldId="286"/>
        </pc:sldMkLst>
      </pc:sldChg>
      <pc:sldChg chg="del">
        <pc:chgData name="Zhezhu" userId="df4bd854-1f52-42f8-920c-4cd305c9e4d4" providerId="ADAL" clId="{70EF5926-31CD-4883-AF3C-0FE7B53D87C7}" dt="2020-12-09T04:29:10.181" v="38" actId="2696"/>
        <pc:sldMkLst>
          <pc:docMk/>
          <pc:sldMk cId="1873973150" sldId="287"/>
        </pc:sldMkLst>
      </pc:sldChg>
      <pc:sldChg chg="del">
        <pc:chgData name="Zhezhu" userId="df4bd854-1f52-42f8-920c-4cd305c9e4d4" providerId="ADAL" clId="{70EF5926-31CD-4883-AF3C-0FE7B53D87C7}" dt="2020-12-09T04:29:10.184" v="41" actId="2696"/>
        <pc:sldMkLst>
          <pc:docMk/>
          <pc:sldMk cId="1456998590" sldId="288"/>
        </pc:sldMkLst>
      </pc:sldChg>
      <pc:sldChg chg="del">
        <pc:chgData name="Zhezhu" userId="df4bd854-1f52-42f8-920c-4cd305c9e4d4" providerId="ADAL" clId="{70EF5926-31CD-4883-AF3C-0FE7B53D87C7}" dt="2020-12-09T04:29:10.179" v="36" actId="2696"/>
        <pc:sldMkLst>
          <pc:docMk/>
          <pc:sldMk cId="2763374560" sldId="297"/>
        </pc:sldMkLst>
      </pc:sldChg>
      <pc:sldChg chg="del">
        <pc:chgData name="Zhezhu" userId="df4bd854-1f52-42f8-920c-4cd305c9e4d4" providerId="ADAL" clId="{70EF5926-31CD-4883-AF3C-0FE7B53D87C7}" dt="2020-12-09T04:29:00.036" v="11" actId="2696"/>
        <pc:sldMkLst>
          <pc:docMk/>
          <pc:sldMk cId="190790088" sldId="315"/>
        </pc:sldMkLst>
      </pc:sldChg>
      <pc:sldChg chg="del">
        <pc:chgData name="Zhezhu" userId="df4bd854-1f52-42f8-920c-4cd305c9e4d4" providerId="ADAL" clId="{70EF5926-31CD-4883-AF3C-0FE7B53D87C7}" dt="2020-12-09T04:28:59.949" v="8" actId="2696"/>
        <pc:sldMkLst>
          <pc:docMk/>
          <pc:sldMk cId="2383727757" sldId="322"/>
        </pc:sldMkLst>
      </pc:sldChg>
      <pc:sldChg chg="del">
        <pc:chgData name="Zhezhu" userId="df4bd854-1f52-42f8-920c-4cd305c9e4d4" providerId="ADAL" clId="{70EF5926-31CD-4883-AF3C-0FE7B53D87C7}" dt="2020-12-09T04:29:10.182" v="39" actId="2696"/>
        <pc:sldMkLst>
          <pc:docMk/>
          <pc:sldMk cId="3994779799" sldId="323"/>
        </pc:sldMkLst>
      </pc:sldChg>
      <pc:sldChg chg="del">
        <pc:chgData name="Zhezhu" userId="df4bd854-1f52-42f8-920c-4cd305c9e4d4" providerId="ADAL" clId="{70EF5926-31CD-4883-AF3C-0FE7B53D87C7}" dt="2020-12-09T04:29:10.196" v="43" actId="2696"/>
        <pc:sldMkLst>
          <pc:docMk/>
          <pc:sldMk cId="3194237153" sldId="325"/>
        </pc:sldMkLst>
      </pc:sldChg>
      <pc:sldChg chg="del">
        <pc:chgData name="Zhezhu" userId="df4bd854-1f52-42f8-920c-4cd305c9e4d4" providerId="ADAL" clId="{70EF5926-31CD-4883-AF3C-0FE7B53D87C7}" dt="2020-12-09T04:32:46.711" v="58" actId="2696"/>
        <pc:sldMkLst>
          <pc:docMk/>
          <pc:sldMk cId="727981790" sldId="327"/>
        </pc:sldMkLst>
      </pc:sldChg>
      <pc:sldChg chg="del">
        <pc:chgData name="Zhezhu" userId="df4bd854-1f52-42f8-920c-4cd305c9e4d4" providerId="ADAL" clId="{70EF5926-31CD-4883-AF3C-0FE7B53D87C7}" dt="2020-12-09T04:28:11.357" v="0" actId="2696"/>
        <pc:sldMkLst>
          <pc:docMk/>
          <pc:sldMk cId="1533415646" sldId="332"/>
        </pc:sldMkLst>
      </pc:sldChg>
      <pc:sldChg chg="del">
        <pc:chgData name="Zhezhu" userId="df4bd854-1f52-42f8-920c-4cd305c9e4d4" providerId="ADAL" clId="{70EF5926-31CD-4883-AF3C-0FE7B53D87C7}" dt="2020-12-09T04:29:10.186" v="42" actId="2696"/>
        <pc:sldMkLst>
          <pc:docMk/>
          <pc:sldMk cId="3643117227" sldId="333"/>
        </pc:sldMkLst>
      </pc:sldChg>
      <pc:sldChg chg="del">
        <pc:chgData name="Zhezhu" userId="df4bd854-1f52-42f8-920c-4cd305c9e4d4" providerId="ADAL" clId="{70EF5926-31CD-4883-AF3C-0FE7B53D87C7}" dt="2020-12-09T04:28:59.973" v="9" actId="2696"/>
        <pc:sldMkLst>
          <pc:docMk/>
          <pc:sldMk cId="1998322428" sldId="335"/>
        </pc:sldMkLst>
      </pc:sldChg>
      <pc:sldChg chg="del">
        <pc:chgData name="Zhezhu" userId="df4bd854-1f52-42f8-920c-4cd305c9e4d4" providerId="ADAL" clId="{70EF5926-31CD-4883-AF3C-0FE7B53D87C7}" dt="2020-12-09T04:29:00.025" v="10" actId="2696"/>
        <pc:sldMkLst>
          <pc:docMk/>
          <pc:sldMk cId="3285489655" sldId="336"/>
        </pc:sldMkLst>
      </pc:sldChg>
      <pc:sldChg chg="del">
        <pc:chgData name="Zhezhu" userId="df4bd854-1f52-42f8-920c-4cd305c9e4d4" providerId="ADAL" clId="{70EF5926-31CD-4883-AF3C-0FE7B53D87C7}" dt="2020-12-09T04:29:00.952" v="33" actId="2696"/>
        <pc:sldMkLst>
          <pc:docMk/>
          <pc:sldMk cId="3700478129" sldId="337"/>
        </pc:sldMkLst>
      </pc:sldChg>
      <pc:sldChg chg="del">
        <pc:chgData name="Zhezhu" userId="df4bd854-1f52-42f8-920c-4cd305c9e4d4" providerId="ADAL" clId="{70EF5926-31CD-4883-AF3C-0FE7B53D87C7}" dt="2020-12-09T04:29:00.972" v="34" actId="2696"/>
        <pc:sldMkLst>
          <pc:docMk/>
          <pc:sldMk cId="2980724414" sldId="338"/>
        </pc:sldMkLst>
      </pc:sldChg>
      <pc:sldChg chg="del">
        <pc:chgData name="Zhezhu" userId="df4bd854-1f52-42f8-920c-4cd305c9e4d4" providerId="ADAL" clId="{70EF5926-31CD-4883-AF3C-0FE7B53D87C7}" dt="2020-12-09T04:34:58.559" v="60" actId="2696"/>
        <pc:sldMkLst>
          <pc:docMk/>
          <pc:sldMk cId="3319213319" sldId="339"/>
        </pc:sldMkLst>
      </pc:sldChg>
      <pc:sldChg chg="del">
        <pc:chgData name="Zhezhu" userId="df4bd854-1f52-42f8-920c-4cd305c9e4d4" providerId="ADAL" clId="{70EF5926-31CD-4883-AF3C-0FE7B53D87C7}" dt="2020-12-09T04:29:10.183" v="40" actId="2696"/>
        <pc:sldMkLst>
          <pc:docMk/>
          <pc:sldMk cId="2199990165" sldId="340"/>
        </pc:sldMkLst>
      </pc:sldChg>
      <pc:sldChg chg="addSp modSp">
        <pc:chgData name="Zhezhu" userId="df4bd854-1f52-42f8-920c-4cd305c9e4d4" providerId="ADAL" clId="{70EF5926-31CD-4883-AF3C-0FE7B53D87C7}" dt="2020-12-09T04:44:57.280" v="73" actId="1076"/>
        <pc:sldMkLst>
          <pc:docMk/>
          <pc:sldMk cId="220638660" sldId="343"/>
        </pc:sldMkLst>
        <pc:picChg chg="add mod">
          <ac:chgData name="Zhezhu" userId="df4bd854-1f52-42f8-920c-4cd305c9e4d4" providerId="ADAL" clId="{70EF5926-31CD-4883-AF3C-0FE7B53D87C7}" dt="2020-12-09T04:44:57.280" v="73" actId="1076"/>
          <ac:picMkLst>
            <pc:docMk/>
            <pc:sldMk cId="220638660" sldId="343"/>
            <ac:picMk id="4" creationId="{18312E0F-BB18-4404-BAAC-9333895ADC4A}"/>
          </ac:picMkLst>
        </pc:picChg>
      </pc:sldChg>
      <pc:sldChg chg="del">
        <pc:chgData name="Zhezhu" userId="df4bd854-1f52-42f8-920c-4cd305c9e4d4" providerId="ADAL" clId="{70EF5926-31CD-4883-AF3C-0FE7B53D87C7}" dt="2020-12-09T04:29:52.096" v="44" actId="2696"/>
        <pc:sldMkLst>
          <pc:docMk/>
          <pc:sldMk cId="230947078" sldId="346"/>
        </pc:sldMkLst>
      </pc:sldChg>
      <pc:sldChg chg="del">
        <pc:chgData name="Zhezhu" userId="df4bd854-1f52-42f8-920c-4cd305c9e4d4" providerId="ADAL" clId="{70EF5926-31CD-4883-AF3C-0FE7B53D87C7}" dt="2020-12-09T04:35:01.179" v="61" actId="2696"/>
        <pc:sldMkLst>
          <pc:docMk/>
          <pc:sldMk cId="3487261964" sldId="348"/>
        </pc:sldMkLst>
      </pc:sldChg>
      <pc:sldChg chg="del">
        <pc:chgData name="Zhezhu" userId="df4bd854-1f52-42f8-920c-4cd305c9e4d4" providerId="ADAL" clId="{70EF5926-31CD-4883-AF3C-0FE7B53D87C7}" dt="2020-12-09T04:35:15.872" v="63" actId="2696"/>
        <pc:sldMkLst>
          <pc:docMk/>
          <pc:sldMk cId="2295146963" sldId="349"/>
        </pc:sldMkLst>
      </pc:sldChg>
      <pc:sldChg chg="del">
        <pc:chgData name="Zhezhu" userId="df4bd854-1f52-42f8-920c-4cd305c9e4d4" providerId="ADAL" clId="{70EF5926-31CD-4883-AF3C-0FE7B53D87C7}" dt="2020-12-09T04:35:15.863" v="62" actId="2696"/>
        <pc:sldMkLst>
          <pc:docMk/>
          <pc:sldMk cId="2434038120" sldId="352"/>
        </pc:sldMkLst>
      </pc:sldChg>
      <pc:sldChg chg="del">
        <pc:chgData name="Zhezhu" userId="df4bd854-1f52-42f8-920c-4cd305c9e4d4" providerId="ADAL" clId="{70EF5926-31CD-4883-AF3C-0FE7B53D87C7}" dt="2020-12-09T04:35:15.883" v="64" actId="2696"/>
        <pc:sldMkLst>
          <pc:docMk/>
          <pc:sldMk cId="2315610567" sldId="353"/>
        </pc:sldMkLst>
      </pc:sldChg>
      <pc:sldChg chg="modSp">
        <pc:chgData name="Zhezhu" userId="df4bd854-1f52-42f8-920c-4cd305c9e4d4" providerId="ADAL" clId="{70EF5926-31CD-4883-AF3C-0FE7B53D87C7}" dt="2020-12-09T04:32:39.909" v="57" actId="20577"/>
        <pc:sldMkLst>
          <pc:docMk/>
          <pc:sldMk cId="3261521679" sldId="357"/>
        </pc:sldMkLst>
        <pc:spChg chg="mod">
          <ac:chgData name="Zhezhu" userId="df4bd854-1f52-42f8-920c-4cd305c9e4d4" providerId="ADAL" clId="{70EF5926-31CD-4883-AF3C-0FE7B53D87C7}" dt="2020-12-09T04:32:39.909" v="57" actId="20577"/>
          <ac:spMkLst>
            <pc:docMk/>
            <pc:sldMk cId="3261521679" sldId="357"/>
            <ac:spMk id="2" creationId="{A9C9D9C2-4A8E-47AC-BB54-C929FDCF4FF9}"/>
          </ac:spMkLst>
        </pc:spChg>
      </pc:sldChg>
      <pc:sldChg chg="del">
        <pc:chgData name="Zhezhu" userId="df4bd854-1f52-42f8-920c-4cd305c9e4d4" providerId="ADAL" clId="{70EF5926-31CD-4883-AF3C-0FE7B53D87C7}" dt="2020-12-09T04:29:10.178" v="35" actId="2696"/>
        <pc:sldMkLst>
          <pc:docMk/>
          <pc:sldMk cId="188913758" sldId="360"/>
        </pc:sldMkLst>
      </pc:sldChg>
      <pc:sldChg chg="addSp">
        <pc:chgData name="Zhezhu" userId="df4bd854-1f52-42f8-920c-4cd305c9e4d4" providerId="ADAL" clId="{70EF5926-31CD-4883-AF3C-0FE7B53D87C7}" dt="2020-12-09T04:44:13.071" v="69"/>
        <pc:sldMkLst>
          <pc:docMk/>
          <pc:sldMk cId="194950312" sldId="361"/>
        </pc:sldMkLst>
        <pc:picChg chg="add">
          <ac:chgData name="Zhezhu" userId="df4bd854-1f52-42f8-920c-4cd305c9e4d4" providerId="ADAL" clId="{70EF5926-31CD-4883-AF3C-0FE7B53D87C7}" dt="2020-12-09T04:44:13.071" v="69"/>
          <ac:picMkLst>
            <pc:docMk/>
            <pc:sldMk cId="194950312" sldId="361"/>
            <ac:picMk id="4" creationId="{E7C7330E-9331-4C70-8095-4236B228CBD1}"/>
          </ac:picMkLst>
        </pc:picChg>
      </pc:sldChg>
      <pc:sldChg chg="del">
        <pc:chgData name="Zhezhu" userId="df4bd854-1f52-42f8-920c-4cd305c9e4d4" providerId="ADAL" clId="{70EF5926-31CD-4883-AF3C-0FE7B53D87C7}" dt="2020-12-09T04:34:23.353" v="59" actId="2696"/>
        <pc:sldMkLst>
          <pc:docMk/>
          <pc:sldMk cId="2447407159" sldId="363"/>
        </pc:sldMkLst>
      </pc:sldChg>
      <pc:sldChg chg="del">
        <pc:chgData name="Zhezhu" userId="df4bd854-1f52-42f8-920c-4cd305c9e4d4" providerId="ADAL" clId="{70EF5926-31CD-4883-AF3C-0FE7B53D87C7}" dt="2020-12-09T04:28:59.912" v="5" actId="2696"/>
        <pc:sldMkLst>
          <pc:docMk/>
          <pc:sldMk cId="1681122125" sldId="366"/>
        </pc:sldMkLst>
      </pc:sldChg>
      <pc:sldChg chg="del">
        <pc:chgData name="Zhezhu" userId="df4bd854-1f52-42f8-920c-4cd305c9e4d4" providerId="ADAL" clId="{70EF5926-31CD-4883-AF3C-0FE7B53D87C7}" dt="2020-12-09T04:28:59.939" v="7" actId="2696"/>
        <pc:sldMkLst>
          <pc:docMk/>
          <pc:sldMk cId="1989788760" sldId="369"/>
        </pc:sldMkLst>
      </pc:sldChg>
      <pc:sldChg chg="addSp modSp add">
        <pc:chgData name="Zhezhu" userId="df4bd854-1f52-42f8-920c-4cd305c9e4d4" providerId="ADAL" clId="{70EF5926-31CD-4883-AF3C-0FE7B53D87C7}" dt="2020-12-09T04:53:44.399" v="892" actId="1076"/>
        <pc:sldMkLst>
          <pc:docMk/>
          <pc:sldMk cId="3969037049" sldId="369"/>
        </pc:sldMkLst>
        <pc:spChg chg="mod">
          <ac:chgData name="Zhezhu" userId="df4bd854-1f52-42f8-920c-4cd305c9e4d4" providerId="ADAL" clId="{70EF5926-31CD-4883-AF3C-0FE7B53D87C7}" dt="2020-12-09T04:53:29.871" v="890" actId="20577"/>
          <ac:spMkLst>
            <pc:docMk/>
            <pc:sldMk cId="3969037049" sldId="369"/>
            <ac:spMk id="2" creationId="{841F5317-B610-405E-A162-7B0770BF6E99}"/>
          </ac:spMkLst>
        </pc:spChg>
        <pc:spChg chg="mod">
          <ac:chgData name="Zhezhu" userId="df4bd854-1f52-42f8-920c-4cd305c9e4d4" providerId="ADAL" clId="{70EF5926-31CD-4883-AF3C-0FE7B53D87C7}" dt="2020-12-09T04:51:13.795" v="858" actId="20577"/>
          <ac:spMkLst>
            <pc:docMk/>
            <pc:sldMk cId="3969037049" sldId="369"/>
            <ac:spMk id="3" creationId="{04DDCAFD-A82F-4965-9A3E-C410DDDC9DB3}"/>
          </ac:spMkLst>
        </pc:spChg>
        <pc:picChg chg="add mod">
          <ac:chgData name="Zhezhu" userId="df4bd854-1f52-42f8-920c-4cd305c9e4d4" providerId="ADAL" clId="{70EF5926-31CD-4883-AF3C-0FE7B53D87C7}" dt="2020-12-09T04:53:44.399" v="892" actId="1076"/>
          <ac:picMkLst>
            <pc:docMk/>
            <pc:sldMk cId="3969037049" sldId="369"/>
            <ac:picMk id="4" creationId="{DA40EF5B-9320-4076-8851-FFADCE6C5EB4}"/>
          </ac:picMkLst>
        </pc:picChg>
      </pc:sldChg>
      <pc:sldChg chg="del">
        <pc:chgData name="Zhezhu" userId="df4bd854-1f52-42f8-920c-4cd305c9e4d4" providerId="ADAL" clId="{70EF5926-31CD-4883-AF3C-0FE7B53D87C7}" dt="2020-12-09T04:28:59.888" v="3" actId="2696"/>
        <pc:sldMkLst>
          <pc:docMk/>
          <pc:sldMk cId="594257032" sldId="370"/>
        </pc:sldMkLst>
      </pc:sldChg>
      <pc:sldChg chg="addSp delSp modSp add">
        <pc:chgData name="Zhezhu" userId="df4bd854-1f52-42f8-920c-4cd305c9e4d4" providerId="ADAL" clId="{70EF5926-31CD-4883-AF3C-0FE7B53D87C7}" dt="2020-12-09T04:53:17.333" v="878" actId="1036"/>
        <pc:sldMkLst>
          <pc:docMk/>
          <pc:sldMk cId="827533299" sldId="370"/>
        </pc:sldMkLst>
        <pc:spChg chg="mod">
          <ac:chgData name="Zhezhu" userId="df4bd854-1f52-42f8-920c-4cd305c9e4d4" providerId="ADAL" clId="{70EF5926-31CD-4883-AF3C-0FE7B53D87C7}" dt="2020-12-09T04:45:28.269" v="138" actId="20577"/>
          <ac:spMkLst>
            <pc:docMk/>
            <pc:sldMk cId="827533299" sldId="370"/>
            <ac:spMk id="2" creationId="{4DC350E8-28EF-46AF-A1AD-E06EDA4BBC39}"/>
          </ac:spMkLst>
        </pc:spChg>
        <pc:spChg chg="del">
          <ac:chgData name="Zhezhu" userId="df4bd854-1f52-42f8-920c-4cd305c9e4d4" providerId="ADAL" clId="{70EF5926-31CD-4883-AF3C-0FE7B53D87C7}" dt="2020-12-09T04:45:50.293" v="139"/>
          <ac:spMkLst>
            <pc:docMk/>
            <pc:sldMk cId="827533299" sldId="370"/>
            <ac:spMk id="3" creationId="{211C12D3-1DE7-4646-A5B6-24FBC6A1AE81}"/>
          </ac:spMkLst>
        </pc:spChg>
        <pc:spChg chg="add mod">
          <ac:chgData name="Zhezhu" userId="df4bd854-1f52-42f8-920c-4cd305c9e4d4" providerId="ADAL" clId="{70EF5926-31CD-4883-AF3C-0FE7B53D87C7}" dt="2020-12-09T04:49:24.024" v="468" actId="1076"/>
          <ac:spMkLst>
            <pc:docMk/>
            <pc:sldMk cId="827533299" sldId="370"/>
            <ac:spMk id="6" creationId="{01617F7E-57B0-4AC9-89B4-6B3E0E8E5961}"/>
          </ac:spMkLst>
        </pc:spChg>
        <pc:picChg chg="add mod">
          <ac:chgData name="Zhezhu" userId="df4bd854-1f52-42f8-920c-4cd305c9e4d4" providerId="ADAL" clId="{70EF5926-31CD-4883-AF3C-0FE7B53D87C7}" dt="2020-12-09T04:45:51.087" v="141" actId="962"/>
          <ac:picMkLst>
            <pc:docMk/>
            <pc:sldMk cId="827533299" sldId="370"/>
            <ac:picMk id="5" creationId="{A8BA2B49-AA9D-4247-886E-F22740F30F53}"/>
          </ac:picMkLst>
        </pc:picChg>
        <pc:cxnChg chg="add del mod">
          <ac:chgData name="Zhezhu" userId="df4bd854-1f52-42f8-920c-4cd305c9e4d4" providerId="ADAL" clId="{70EF5926-31CD-4883-AF3C-0FE7B53D87C7}" dt="2020-12-09T04:53:11.290" v="876" actId="478"/>
          <ac:cxnSpMkLst>
            <pc:docMk/>
            <pc:sldMk cId="827533299" sldId="370"/>
            <ac:cxnSpMk id="7" creationId="{5AA9945E-2C96-46CC-B396-8056B81825D5}"/>
          </ac:cxnSpMkLst>
        </pc:cxnChg>
        <pc:cxnChg chg="add mod">
          <ac:chgData name="Zhezhu" userId="df4bd854-1f52-42f8-920c-4cd305c9e4d4" providerId="ADAL" clId="{70EF5926-31CD-4883-AF3C-0FE7B53D87C7}" dt="2020-12-09T04:53:17.333" v="878" actId="1036"/>
          <ac:cxnSpMkLst>
            <pc:docMk/>
            <pc:sldMk cId="827533299" sldId="370"/>
            <ac:cxnSpMk id="8" creationId="{ED6CAB2D-E087-4F62-A401-B54C1F9EBE53}"/>
          </ac:cxnSpMkLst>
        </pc:cxnChg>
      </pc:sldChg>
      <pc:sldChg chg="del">
        <pc:chgData name="Zhezhu" userId="df4bd854-1f52-42f8-920c-4cd305c9e4d4" providerId="ADAL" clId="{70EF5926-31CD-4883-AF3C-0FE7B53D87C7}" dt="2020-12-09T04:28:59.900" v="4" actId="2696"/>
        <pc:sldMkLst>
          <pc:docMk/>
          <pc:sldMk cId="2922201127" sldId="371"/>
        </pc:sldMkLst>
      </pc:sldChg>
      <pc:sldChg chg="addSp delSp modSp add">
        <pc:chgData name="Zhezhu" userId="df4bd854-1f52-42f8-920c-4cd305c9e4d4" providerId="ADAL" clId="{70EF5926-31CD-4883-AF3C-0FE7B53D87C7}" dt="2020-12-09T04:52:51.247" v="872" actId="1076"/>
        <pc:sldMkLst>
          <pc:docMk/>
          <pc:sldMk cId="3439113178" sldId="371"/>
        </pc:sldMkLst>
        <pc:spChg chg="mod">
          <ac:chgData name="Zhezhu" userId="df4bd854-1f52-42f8-920c-4cd305c9e4d4" providerId="ADAL" clId="{70EF5926-31CD-4883-AF3C-0FE7B53D87C7}" dt="2020-12-09T04:46:00.537" v="142"/>
          <ac:spMkLst>
            <pc:docMk/>
            <pc:sldMk cId="3439113178" sldId="371"/>
            <ac:spMk id="2" creationId="{EDCF8807-A058-4A1C-88BA-65D05B5BA9AC}"/>
          </ac:spMkLst>
        </pc:spChg>
        <pc:spChg chg="del">
          <ac:chgData name="Zhezhu" userId="df4bd854-1f52-42f8-920c-4cd305c9e4d4" providerId="ADAL" clId="{70EF5926-31CD-4883-AF3C-0FE7B53D87C7}" dt="2020-12-09T04:46:12.003" v="149"/>
          <ac:spMkLst>
            <pc:docMk/>
            <pc:sldMk cId="3439113178" sldId="371"/>
            <ac:spMk id="3" creationId="{8A17382B-BCFF-41FB-AC71-C2F1DFBD3152}"/>
          </ac:spMkLst>
        </pc:spChg>
        <pc:picChg chg="add mod">
          <ac:chgData name="Zhezhu" userId="df4bd854-1f52-42f8-920c-4cd305c9e4d4" providerId="ADAL" clId="{70EF5926-31CD-4883-AF3C-0FE7B53D87C7}" dt="2020-12-09T04:46:12.693" v="151" actId="962"/>
          <ac:picMkLst>
            <pc:docMk/>
            <pc:sldMk cId="3439113178" sldId="371"/>
            <ac:picMk id="5" creationId="{06071B11-64B1-40ED-8963-0F49B71DB76D}"/>
          </ac:picMkLst>
        </pc:picChg>
        <pc:cxnChg chg="add mod">
          <ac:chgData name="Zhezhu" userId="df4bd854-1f52-42f8-920c-4cd305c9e4d4" providerId="ADAL" clId="{70EF5926-31CD-4883-AF3C-0FE7B53D87C7}" dt="2020-12-09T04:52:44.854" v="871" actId="1076"/>
          <ac:cxnSpMkLst>
            <pc:docMk/>
            <pc:sldMk cId="3439113178" sldId="371"/>
            <ac:cxnSpMk id="6" creationId="{AA78CF9F-C30F-421C-B4A5-9935FBB2325C}"/>
          </ac:cxnSpMkLst>
        </pc:cxnChg>
        <pc:cxnChg chg="add mod">
          <ac:chgData name="Zhezhu" userId="df4bd854-1f52-42f8-920c-4cd305c9e4d4" providerId="ADAL" clId="{70EF5926-31CD-4883-AF3C-0FE7B53D87C7}" dt="2020-12-09T04:52:51.247" v="872" actId="1076"/>
          <ac:cxnSpMkLst>
            <pc:docMk/>
            <pc:sldMk cId="3439113178" sldId="371"/>
            <ac:cxnSpMk id="7" creationId="{8EB76E40-2DA4-4497-95A6-3583E937F898}"/>
          </ac:cxnSpMkLst>
        </pc:cxnChg>
      </pc:sldChg>
      <pc:sldChg chg="addSp delSp modSp add">
        <pc:chgData name="Zhezhu" userId="df4bd854-1f52-42f8-920c-4cd305c9e4d4" providerId="ADAL" clId="{70EF5926-31CD-4883-AF3C-0FE7B53D87C7}" dt="2020-12-09T04:52:33.622" v="869" actId="14100"/>
        <pc:sldMkLst>
          <pc:docMk/>
          <pc:sldMk cId="503107105" sldId="372"/>
        </pc:sldMkLst>
        <pc:spChg chg="mod">
          <ac:chgData name="Zhezhu" userId="df4bd854-1f52-42f8-920c-4cd305c9e4d4" providerId="ADAL" clId="{70EF5926-31CD-4883-AF3C-0FE7B53D87C7}" dt="2020-12-09T04:46:05.828" v="146"/>
          <ac:spMkLst>
            <pc:docMk/>
            <pc:sldMk cId="503107105" sldId="372"/>
            <ac:spMk id="2" creationId="{98772F2A-F915-41C4-950B-9261F10139B7}"/>
          </ac:spMkLst>
        </pc:spChg>
        <pc:spChg chg="del">
          <ac:chgData name="Zhezhu" userId="df4bd854-1f52-42f8-920c-4cd305c9e4d4" providerId="ADAL" clId="{70EF5926-31CD-4883-AF3C-0FE7B53D87C7}" dt="2020-12-09T04:46:15.100" v="152"/>
          <ac:spMkLst>
            <pc:docMk/>
            <pc:sldMk cId="503107105" sldId="372"/>
            <ac:spMk id="3" creationId="{FBE9E319-EC28-44A2-9B1C-0CC74F04AA15}"/>
          </ac:spMkLst>
        </pc:spChg>
        <pc:picChg chg="add mod">
          <ac:chgData name="Zhezhu" userId="df4bd854-1f52-42f8-920c-4cd305c9e4d4" providerId="ADAL" clId="{70EF5926-31CD-4883-AF3C-0FE7B53D87C7}" dt="2020-12-09T04:46:15.896" v="153" actId="27614"/>
          <ac:picMkLst>
            <pc:docMk/>
            <pc:sldMk cId="503107105" sldId="372"/>
            <ac:picMk id="5" creationId="{590CD235-F9BA-4D80-B7E9-EF273BEF722D}"/>
          </ac:picMkLst>
        </pc:picChg>
        <pc:cxnChg chg="add mod">
          <ac:chgData name="Zhezhu" userId="df4bd854-1f52-42f8-920c-4cd305c9e4d4" providerId="ADAL" clId="{70EF5926-31CD-4883-AF3C-0FE7B53D87C7}" dt="2020-12-09T04:52:27.086" v="867" actId="14100"/>
          <ac:cxnSpMkLst>
            <pc:docMk/>
            <pc:sldMk cId="503107105" sldId="372"/>
            <ac:cxnSpMk id="6" creationId="{C5B812F7-B48B-4FB7-85E4-6DA337715884}"/>
          </ac:cxnSpMkLst>
        </pc:cxnChg>
        <pc:cxnChg chg="add mod">
          <ac:chgData name="Zhezhu" userId="df4bd854-1f52-42f8-920c-4cd305c9e4d4" providerId="ADAL" clId="{70EF5926-31CD-4883-AF3C-0FE7B53D87C7}" dt="2020-12-09T04:52:33.622" v="869" actId="14100"/>
          <ac:cxnSpMkLst>
            <pc:docMk/>
            <pc:sldMk cId="503107105" sldId="372"/>
            <ac:cxnSpMk id="7" creationId="{056FBCED-62A7-4B66-AE6D-7FCF436592A7}"/>
          </ac:cxnSpMkLst>
        </pc:cxnChg>
      </pc:sldChg>
      <pc:sldChg chg="del">
        <pc:chgData name="Zhezhu" userId="df4bd854-1f52-42f8-920c-4cd305c9e4d4" providerId="ADAL" clId="{70EF5926-31CD-4883-AF3C-0FE7B53D87C7}" dt="2020-12-09T04:29:00.210" v="15" actId="2696"/>
        <pc:sldMkLst>
          <pc:docMk/>
          <pc:sldMk cId="2253152756" sldId="372"/>
        </pc:sldMkLst>
      </pc:sldChg>
      <pc:sldChg chg="del">
        <pc:chgData name="Zhezhu" userId="df4bd854-1f52-42f8-920c-4cd305c9e4d4" providerId="ADAL" clId="{70EF5926-31CD-4883-AF3C-0FE7B53D87C7}" dt="2020-12-09T04:29:00.223" v="16" actId="2696"/>
        <pc:sldMkLst>
          <pc:docMk/>
          <pc:sldMk cId="969481148" sldId="373"/>
        </pc:sldMkLst>
      </pc:sldChg>
      <pc:sldChg chg="addSp delSp modSp add">
        <pc:chgData name="Zhezhu" userId="df4bd854-1f52-42f8-920c-4cd305c9e4d4" providerId="ADAL" clId="{70EF5926-31CD-4883-AF3C-0FE7B53D87C7}" dt="2020-12-09T04:52:00.661" v="863" actId="14100"/>
        <pc:sldMkLst>
          <pc:docMk/>
          <pc:sldMk cId="1099142566" sldId="373"/>
        </pc:sldMkLst>
        <pc:spChg chg="mod">
          <ac:chgData name="Zhezhu" userId="df4bd854-1f52-42f8-920c-4cd305c9e4d4" providerId="ADAL" clId="{70EF5926-31CD-4883-AF3C-0FE7B53D87C7}" dt="2020-12-09T04:46:07.514" v="147"/>
          <ac:spMkLst>
            <pc:docMk/>
            <pc:sldMk cId="1099142566" sldId="373"/>
            <ac:spMk id="2" creationId="{AD230ED5-6122-4800-A3C3-9EB001E33CC0}"/>
          </ac:spMkLst>
        </pc:spChg>
        <pc:spChg chg="del">
          <ac:chgData name="Zhezhu" userId="df4bd854-1f52-42f8-920c-4cd305c9e4d4" providerId="ADAL" clId="{70EF5926-31CD-4883-AF3C-0FE7B53D87C7}" dt="2020-12-09T04:46:18.416" v="154"/>
          <ac:spMkLst>
            <pc:docMk/>
            <pc:sldMk cId="1099142566" sldId="373"/>
            <ac:spMk id="3" creationId="{79590A91-0287-462D-AE4A-68103B136AF9}"/>
          </ac:spMkLst>
        </pc:spChg>
        <pc:picChg chg="add mod">
          <ac:chgData name="Zhezhu" userId="df4bd854-1f52-42f8-920c-4cd305c9e4d4" providerId="ADAL" clId="{70EF5926-31CD-4883-AF3C-0FE7B53D87C7}" dt="2020-12-09T04:46:19.123" v="156" actId="962"/>
          <ac:picMkLst>
            <pc:docMk/>
            <pc:sldMk cId="1099142566" sldId="373"/>
            <ac:picMk id="5" creationId="{6E3A3252-5BA9-4597-A5C2-8E089C0C4DC2}"/>
          </ac:picMkLst>
        </pc:picChg>
        <pc:cxnChg chg="add mod">
          <ac:chgData name="Zhezhu" userId="df4bd854-1f52-42f8-920c-4cd305c9e4d4" providerId="ADAL" clId="{70EF5926-31CD-4883-AF3C-0FE7B53D87C7}" dt="2020-12-09T04:51:47.954" v="860" actId="208"/>
          <ac:cxnSpMkLst>
            <pc:docMk/>
            <pc:sldMk cId="1099142566" sldId="373"/>
            <ac:cxnSpMk id="7" creationId="{DCF81298-303E-4C89-A9EC-4FBA6C239883}"/>
          </ac:cxnSpMkLst>
        </pc:cxnChg>
        <pc:cxnChg chg="add mod">
          <ac:chgData name="Zhezhu" userId="df4bd854-1f52-42f8-920c-4cd305c9e4d4" providerId="ADAL" clId="{70EF5926-31CD-4883-AF3C-0FE7B53D87C7}" dt="2020-12-09T04:52:00.661" v="863" actId="14100"/>
          <ac:cxnSpMkLst>
            <pc:docMk/>
            <pc:sldMk cId="1099142566" sldId="373"/>
            <ac:cxnSpMk id="8" creationId="{5E3A9513-9573-4090-BE38-E8B5A32F24FD}"/>
          </ac:cxnSpMkLst>
        </pc:cxnChg>
      </pc:sldChg>
      <pc:sldChg chg="del">
        <pc:chgData name="Zhezhu" userId="df4bd854-1f52-42f8-920c-4cd305c9e4d4" providerId="ADAL" clId="{70EF5926-31CD-4883-AF3C-0FE7B53D87C7}" dt="2020-12-09T04:29:00.272" v="17" actId="2696"/>
        <pc:sldMkLst>
          <pc:docMk/>
          <pc:sldMk cId="1200390669" sldId="374"/>
        </pc:sldMkLst>
      </pc:sldChg>
      <pc:sldChg chg="add del">
        <pc:chgData name="Zhezhu" userId="df4bd854-1f52-42f8-920c-4cd305c9e4d4" providerId="ADAL" clId="{70EF5926-31CD-4883-AF3C-0FE7B53D87C7}" dt="2020-12-09T04:46:08.634" v="148" actId="2696"/>
        <pc:sldMkLst>
          <pc:docMk/>
          <pc:sldMk cId="2642520447" sldId="374"/>
        </pc:sldMkLst>
      </pc:sldChg>
      <pc:sldChg chg="del">
        <pc:chgData name="Zhezhu" userId="df4bd854-1f52-42f8-920c-4cd305c9e4d4" providerId="ADAL" clId="{70EF5926-31CD-4883-AF3C-0FE7B53D87C7}" dt="2020-12-09T04:29:00.306" v="18" actId="2696"/>
        <pc:sldMkLst>
          <pc:docMk/>
          <pc:sldMk cId="645881961" sldId="375"/>
        </pc:sldMkLst>
      </pc:sldChg>
      <pc:sldChg chg="del">
        <pc:chgData name="Zhezhu" userId="df4bd854-1f52-42f8-920c-4cd305c9e4d4" providerId="ADAL" clId="{70EF5926-31CD-4883-AF3C-0FE7B53D87C7}" dt="2020-12-09T04:29:00.324" v="19" actId="2696"/>
        <pc:sldMkLst>
          <pc:docMk/>
          <pc:sldMk cId="287758978" sldId="376"/>
        </pc:sldMkLst>
      </pc:sldChg>
      <pc:sldChg chg="del">
        <pc:chgData name="Zhezhu" userId="df4bd854-1f52-42f8-920c-4cd305c9e4d4" providerId="ADAL" clId="{70EF5926-31CD-4883-AF3C-0FE7B53D87C7}" dt="2020-12-09T04:29:00.372" v="20" actId="2696"/>
        <pc:sldMkLst>
          <pc:docMk/>
          <pc:sldMk cId="2903564957" sldId="377"/>
        </pc:sldMkLst>
      </pc:sldChg>
      <pc:sldChg chg="del">
        <pc:chgData name="Zhezhu" userId="df4bd854-1f52-42f8-920c-4cd305c9e4d4" providerId="ADAL" clId="{70EF5926-31CD-4883-AF3C-0FE7B53D87C7}" dt="2020-12-09T04:29:00.406" v="21" actId="2696"/>
        <pc:sldMkLst>
          <pc:docMk/>
          <pc:sldMk cId="463929032" sldId="380"/>
        </pc:sldMkLst>
      </pc:sldChg>
      <pc:sldChg chg="del">
        <pc:chgData name="Zhezhu" userId="df4bd854-1f52-42f8-920c-4cd305c9e4d4" providerId="ADAL" clId="{70EF5926-31CD-4883-AF3C-0FE7B53D87C7}" dt="2020-12-09T04:29:00.425" v="22" actId="2696"/>
        <pc:sldMkLst>
          <pc:docMk/>
          <pc:sldMk cId="539144722" sldId="381"/>
        </pc:sldMkLst>
      </pc:sldChg>
      <pc:sldChg chg="del">
        <pc:chgData name="Zhezhu" userId="df4bd854-1f52-42f8-920c-4cd305c9e4d4" providerId="ADAL" clId="{70EF5926-31CD-4883-AF3C-0FE7B53D87C7}" dt="2020-12-09T04:29:00.473" v="23" actId="2696"/>
        <pc:sldMkLst>
          <pc:docMk/>
          <pc:sldMk cId="277490485" sldId="382"/>
        </pc:sldMkLst>
      </pc:sldChg>
      <pc:sldChg chg="del">
        <pc:chgData name="Zhezhu" userId="df4bd854-1f52-42f8-920c-4cd305c9e4d4" providerId="ADAL" clId="{70EF5926-31CD-4883-AF3C-0FE7B53D87C7}" dt="2020-12-09T04:29:00.508" v="24" actId="2696"/>
        <pc:sldMkLst>
          <pc:docMk/>
          <pc:sldMk cId="3348735595" sldId="383"/>
        </pc:sldMkLst>
      </pc:sldChg>
      <pc:sldChg chg="del">
        <pc:chgData name="Zhezhu" userId="df4bd854-1f52-42f8-920c-4cd305c9e4d4" providerId="ADAL" clId="{70EF5926-31CD-4883-AF3C-0FE7B53D87C7}" dt="2020-12-09T04:29:00.540" v="25" actId="2696"/>
        <pc:sldMkLst>
          <pc:docMk/>
          <pc:sldMk cId="620301778" sldId="384"/>
        </pc:sldMkLst>
      </pc:sldChg>
      <pc:sldChg chg="del">
        <pc:chgData name="Zhezhu" userId="df4bd854-1f52-42f8-920c-4cd305c9e4d4" providerId="ADAL" clId="{70EF5926-31CD-4883-AF3C-0FE7B53D87C7}" dt="2020-12-09T04:29:00.572" v="26" actId="2696"/>
        <pc:sldMkLst>
          <pc:docMk/>
          <pc:sldMk cId="463703452" sldId="385"/>
        </pc:sldMkLst>
      </pc:sldChg>
      <pc:sldChg chg="del">
        <pc:chgData name="Zhezhu" userId="df4bd854-1f52-42f8-920c-4cd305c9e4d4" providerId="ADAL" clId="{70EF5926-31CD-4883-AF3C-0FE7B53D87C7}" dt="2020-12-09T04:29:00.623" v="27" actId="2696"/>
        <pc:sldMkLst>
          <pc:docMk/>
          <pc:sldMk cId="3203999580" sldId="386"/>
        </pc:sldMkLst>
      </pc:sldChg>
      <pc:sldChg chg="del">
        <pc:chgData name="Zhezhu" userId="df4bd854-1f52-42f8-920c-4cd305c9e4d4" providerId="ADAL" clId="{70EF5926-31CD-4883-AF3C-0FE7B53D87C7}" dt="2020-12-09T04:29:00.882" v="31" actId="2696"/>
        <pc:sldMkLst>
          <pc:docMk/>
          <pc:sldMk cId="2838441420" sldId="387"/>
        </pc:sldMkLst>
      </pc:sldChg>
      <pc:sldChg chg="del">
        <pc:chgData name="Zhezhu" userId="df4bd854-1f52-42f8-920c-4cd305c9e4d4" providerId="ADAL" clId="{70EF5926-31CD-4883-AF3C-0FE7B53D87C7}" dt="2020-12-09T04:29:00.899" v="32" actId="2696"/>
        <pc:sldMkLst>
          <pc:docMk/>
          <pc:sldMk cId="820093179" sldId="388"/>
        </pc:sldMkLst>
      </pc:sldChg>
    </pc:docChg>
  </pc:docChgLst>
  <pc:docChgLst>
    <pc:chgData name="Wen, Zhezhu" userId="df4bd854-1f52-42f8-920c-4cd305c9e4d4" providerId="ADAL" clId="{768F7D11-EE6F-4AE5-8AC0-355C3EE67131}"/>
    <pc:docChg chg="undo custSel addSld delSld modSld sldOrd modSection">
      <pc:chgData name="Wen, Zhezhu" userId="df4bd854-1f52-42f8-920c-4cd305c9e4d4" providerId="ADAL" clId="{768F7D11-EE6F-4AE5-8AC0-355C3EE67131}" dt="2020-12-10T14:21:57.089" v="7232" actId="20577"/>
      <pc:docMkLst>
        <pc:docMk/>
      </pc:docMkLst>
      <pc:sldChg chg="del">
        <pc:chgData name="Wen, Zhezhu" userId="df4bd854-1f52-42f8-920c-4cd305c9e4d4" providerId="ADAL" clId="{768F7D11-EE6F-4AE5-8AC0-355C3EE67131}" dt="2020-12-09T18:59:22.691" v="206" actId="2696"/>
        <pc:sldMkLst>
          <pc:docMk/>
          <pc:sldMk cId="2881823402" sldId="257"/>
        </pc:sldMkLst>
      </pc:sldChg>
      <pc:sldChg chg="del">
        <pc:chgData name="Wen, Zhezhu" userId="df4bd854-1f52-42f8-920c-4cd305c9e4d4" providerId="ADAL" clId="{768F7D11-EE6F-4AE5-8AC0-355C3EE67131}" dt="2020-12-09T18:59:22.636" v="201" actId="2696"/>
        <pc:sldMkLst>
          <pc:docMk/>
          <pc:sldMk cId="565591905" sldId="262"/>
        </pc:sldMkLst>
      </pc:sldChg>
      <pc:sldChg chg="del">
        <pc:chgData name="Wen, Zhezhu" userId="df4bd854-1f52-42f8-920c-4cd305c9e4d4" providerId="ADAL" clId="{768F7D11-EE6F-4AE5-8AC0-355C3EE67131}" dt="2020-12-09T18:59:22.704" v="207" actId="2696"/>
        <pc:sldMkLst>
          <pc:docMk/>
          <pc:sldMk cId="570385035" sldId="264"/>
        </pc:sldMkLst>
      </pc:sldChg>
      <pc:sldChg chg="del">
        <pc:chgData name="Wen, Zhezhu" userId="df4bd854-1f52-42f8-920c-4cd305c9e4d4" providerId="ADAL" clId="{768F7D11-EE6F-4AE5-8AC0-355C3EE67131}" dt="2020-12-09T18:59:22.680" v="205" actId="2696"/>
        <pc:sldMkLst>
          <pc:docMk/>
          <pc:sldMk cId="787523523" sldId="266"/>
        </pc:sldMkLst>
      </pc:sldChg>
      <pc:sldChg chg="add del">
        <pc:chgData name="Wen, Zhezhu" userId="df4bd854-1f52-42f8-920c-4cd305c9e4d4" providerId="ADAL" clId="{768F7D11-EE6F-4AE5-8AC0-355C3EE67131}" dt="2020-12-10T09:12:39.422" v="2006" actId="2696"/>
        <pc:sldMkLst>
          <pc:docMk/>
          <pc:sldMk cId="3163337185" sldId="268"/>
        </pc:sldMkLst>
      </pc:sldChg>
      <pc:sldChg chg="addSp delSp modSp add ord modAnim modNotesTx">
        <pc:chgData name="Wen, Zhezhu" userId="df4bd854-1f52-42f8-920c-4cd305c9e4d4" providerId="ADAL" clId="{768F7D11-EE6F-4AE5-8AC0-355C3EE67131}" dt="2020-12-10T10:52:56.408" v="4095" actId="20577"/>
        <pc:sldMkLst>
          <pc:docMk/>
          <pc:sldMk cId="1027776296" sldId="269"/>
        </pc:sldMkLst>
        <pc:spChg chg="mod">
          <ac:chgData name="Wen, Zhezhu" userId="df4bd854-1f52-42f8-920c-4cd305c9e4d4" providerId="ADAL" clId="{768F7D11-EE6F-4AE5-8AC0-355C3EE67131}" dt="2020-12-10T09:16:32.297" v="2009" actId="6549"/>
          <ac:spMkLst>
            <pc:docMk/>
            <pc:sldMk cId="1027776296" sldId="269"/>
            <ac:spMk id="2" creationId="{E04411E5-6C37-4C65-A3B6-8B5AAD7F3C5F}"/>
          </ac:spMkLst>
        </pc:spChg>
        <pc:spChg chg="mod">
          <ac:chgData name="Wen, Zhezhu" userId="df4bd854-1f52-42f8-920c-4cd305c9e4d4" providerId="ADAL" clId="{768F7D11-EE6F-4AE5-8AC0-355C3EE67131}" dt="2020-12-10T10:52:16.739" v="3964" actId="1076"/>
          <ac:spMkLst>
            <pc:docMk/>
            <pc:sldMk cId="1027776296" sldId="269"/>
            <ac:spMk id="4" creationId="{D043507A-7958-4A9E-85D8-67908671AEB5}"/>
          </ac:spMkLst>
        </pc:spChg>
        <pc:spChg chg="mod">
          <ac:chgData name="Wen, Zhezhu" userId="df4bd854-1f52-42f8-920c-4cd305c9e4d4" providerId="ADAL" clId="{768F7D11-EE6F-4AE5-8AC0-355C3EE67131}" dt="2020-12-10T10:52:16.739" v="3964" actId="1076"/>
          <ac:spMkLst>
            <pc:docMk/>
            <pc:sldMk cId="1027776296" sldId="269"/>
            <ac:spMk id="5" creationId="{EEBE19ED-C677-47F8-A500-45A18759DAC1}"/>
          </ac:spMkLst>
        </pc:spChg>
        <pc:spChg chg="mod">
          <ac:chgData name="Wen, Zhezhu" userId="df4bd854-1f52-42f8-920c-4cd305c9e4d4" providerId="ADAL" clId="{768F7D11-EE6F-4AE5-8AC0-355C3EE67131}" dt="2020-12-10T10:52:16.739" v="3964" actId="1076"/>
          <ac:spMkLst>
            <pc:docMk/>
            <pc:sldMk cId="1027776296" sldId="269"/>
            <ac:spMk id="7" creationId="{C3C694BB-08C8-4C06-B2FF-8B403ADE2CD9}"/>
          </ac:spMkLst>
        </pc:spChg>
        <pc:spChg chg="add mod">
          <ac:chgData name="Wen, Zhezhu" userId="df4bd854-1f52-42f8-920c-4cd305c9e4d4" providerId="ADAL" clId="{768F7D11-EE6F-4AE5-8AC0-355C3EE67131}" dt="2020-12-10T10:52:16.739" v="3964" actId="1076"/>
          <ac:spMkLst>
            <pc:docMk/>
            <pc:sldMk cId="1027776296" sldId="269"/>
            <ac:spMk id="13" creationId="{F13EA0AE-C1EA-47EB-AD4B-04B72C2D4F21}"/>
          </ac:spMkLst>
        </pc:spChg>
        <pc:spChg chg="add mod">
          <ac:chgData name="Wen, Zhezhu" userId="df4bd854-1f52-42f8-920c-4cd305c9e4d4" providerId="ADAL" clId="{768F7D11-EE6F-4AE5-8AC0-355C3EE67131}" dt="2020-12-10T10:52:16.739" v="3964" actId="1076"/>
          <ac:spMkLst>
            <pc:docMk/>
            <pc:sldMk cId="1027776296" sldId="269"/>
            <ac:spMk id="14" creationId="{4916E87F-A711-4F1A-BCC7-229FC5429807}"/>
          </ac:spMkLst>
        </pc:spChg>
        <pc:spChg chg="del">
          <ac:chgData name="Wen, Zhezhu" userId="df4bd854-1f52-42f8-920c-4cd305c9e4d4" providerId="ADAL" clId="{768F7D11-EE6F-4AE5-8AC0-355C3EE67131}" dt="2020-12-10T09:16:27.670" v="2008" actId="478"/>
          <ac:spMkLst>
            <pc:docMk/>
            <pc:sldMk cId="1027776296" sldId="269"/>
            <ac:spMk id="16" creationId="{30A2B376-1B3D-4158-9E7C-C10225A34FE5}"/>
          </ac:spMkLst>
        </pc:spChg>
        <pc:spChg chg="del">
          <ac:chgData name="Wen, Zhezhu" userId="df4bd854-1f52-42f8-920c-4cd305c9e4d4" providerId="ADAL" clId="{768F7D11-EE6F-4AE5-8AC0-355C3EE67131}" dt="2020-12-10T09:16:24.852" v="2007" actId="478"/>
          <ac:spMkLst>
            <pc:docMk/>
            <pc:sldMk cId="1027776296" sldId="269"/>
            <ac:spMk id="18" creationId="{73450B61-D95D-4281-9CD4-D8280D5286D1}"/>
          </ac:spMkLst>
        </pc:spChg>
        <pc:picChg chg="del">
          <ac:chgData name="Wen, Zhezhu" userId="df4bd854-1f52-42f8-920c-4cd305c9e4d4" providerId="ADAL" clId="{768F7D11-EE6F-4AE5-8AC0-355C3EE67131}" dt="2020-12-10T09:16:24.852" v="2007" actId="478"/>
          <ac:picMkLst>
            <pc:docMk/>
            <pc:sldMk cId="1027776296" sldId="269"/>
            <ac:picMk id="19" creationId="{C4EE6167-C980-458B-AE23-E94ECEE5640E}"/>
          </ac:picMkLst>
        </pc:picChg>
        <pc:picChg chg="del">
          <ac:chgData name="Wen, Zhezhu" userId="df4bd854-1f52-42f8-920c-4cd305c9e4d4" providerId="ADAL" clId="{768F7D11-EE6F-4AE5-8AC0-355C3EE67131}" dt="2020-12-10T09:16:27.670" v="2008" actId="478"/>
          <ac:picMkLst>
            <pc:docMk/>
            <pc:sldMk cId="1027776296" sldId="269"/>
            <ac:picMk id="1026" creationId="{05A3D469-0C85-46F5-B757-AE27DC217827}"/>
          </ac:picMkLst>
        </pc:picChg>
        <pc:cxnChg chg="mod">
          <ac:chgData name="Wen, Zhezhu" userId="df4bd854-1f52-42f8-920c-4cd305c9e4d4" providerId="ADAL" clId="{768F7D11-EE6F-4AE5-8AC0-355C3EE67131}" dt="2020-12-10T10:52:16.739" v="3964" actId="1076"/>
          <ac:cxnSpMkLst>
            <pc:docMk/>
            <pc:sldMk cId="1027776296" sldId="269"/>
            <ac:cxnSpMk id="6" creationId="{7A353074-EC5C-46FA-9A73-CD898C985E15}"/>
          </ac:cxnSpMkLst>
        </pc:cxnChg>
        <pc:cxnChg chg="mod">
          <ac:chgData name="Wen, Zhezhu" userId="df4bd854-1f52-42f8-920c-4cd305c9e4d4" providerId="ADAL" clId="{768F7D11-EE6F-4AE5-8AC0-355C3EE67131}" dt="2020-12-10T10:52:16.739" v="3964" actId="1076"/>
          <ac:cxnSpMkLst>
            <pc:docMk/>
            <pc:sldMk cId="1027776296" sldId="269"/>
            <ac:cxnSpMk id="8" creationId="{72163F54-62D9-4274-B969-F97E8E40F63D}"/>
          </ac:cxnSpMkLst>
        </pc:cxnChg>
        <pc:cxnChg chg="add del mod">
          <ac:chgData name="Wen, Zhezhu" userId="df4bd854-1f52-42f8-920c-4cd305c9e4d4" providerId="ADAL" clId="{768F7D11-EE6F-4AE5-8AC0-355C3EE67131}" dt="2020-12-10T10:49:57.350" v="3821" actId="478"/>
          <ac:cxnSpMkLst>
            <pc:docMk/>
            <pc:sldMk cId="1027776296" sldId="269"/>
            <ac:cxnSpMk id="9" creationId="{A76E5F16-A588-4049-8457-9440EF6EBE36}"/>
          </ac:cxnSpMkLst>
        </pc:cxnChg>
        <pc:cxnChg chg="mod">
          <ac:chgData name="Wen, Zhezhu" userId="df4bd854-1f52-42f8-920c-4cd305c9e4d4" providerId="ADAL" clId="{768F7D11-EE6F-4AE5-8AC0-355C3EE67131}" dt="2020-12-10T10:52:16.739" v="3964" actId="1076"/>
          <ac:cxnSpMkLst>
            <pc:docMk/>
            <pc:sldMk cId="1027776296" sldId="269"/>
            <ac:cxnSpMk id="11" creationId="{DCA36E82-83C7-442F-B531-FFCE92F8C87A}"/>
          </ac:cxnSpMkLst>
        </pc:cxnChg>
      </pc:sldChg>
      <pc:sldChg chg="addSp delSp modSp add">
        <pc:chgData name="Wen, Zhezhu" userId="df4bd854-1f52-42f8-920c-4cd305c9e4d4" providerId="ADAL" clId="{768F7D11-EE6F-4AE5-8AC0-355C3EE67131}" dt="2020-12-10T11:16:24.909" v="5017" actId="15"/>
        <pc:sldMkLst>
          <pc:docMk/>
          <pc:sldMk cId="3333926989" sldId="270"/>
        </pc:sldMkLst>
        <pc:spChg chg="mod">
          <ac:chgData name="Wen, Zhezhu" userId="df4bd854-1f52-42f8-920c-4cd305c9e4d4" providerId="ADAL" clId="{768F7D11-EE6F-4AE5-8AC0-355C3EE67131}" dt="2020-12-10T11:16:18.614" v="5015" actId="27636"/>
          <ac:spMkLst>
            <pc:docMk/>
            <pc:sldMk cId="3333926989" sldId="270"/>
            <ac:spMk id="2" creationId="{5160C5FC-D705-4CD3-994D-5233795F7E04}"/>
          </ac:spMkLst>
        </pc:spChg>
        <pc:spChg chg="add del mod">
          <ac:chgData name="Wen, Zhezhu" userId="df4bd854-1f52-42f8-920c-4cd305c9e4d4" providerId="ADAL" clId="{768F7D11-EE6F-4AE5-8AC0-355C3EE67131}" dt="2020-12-10T11:16:18.590" v="5014"/>
          <ac:spMkLst>
            <pc:docMk/>
            <pc:sldMk cId="3333926989" sldId="270"/>
            <ac:spMk id="3" creationId="{CA1B009F-0D04-474F-97AC-441EF46C8F95}"/>
          </ac:spMkLst>
        </pc:spChg>
        <pc:spChg chg="del">
          <ac:chgData name="Wen, Zhezhu" userId="df4bd854-1f52-42f8-920c-4cd305c9e4d4" providerId="ADAL" clId="{768F7D11-EE6F-4AE5-8AC0-355C3EE67131}" dt="2020-12-10T11:16:08.694" v="5011" actId="478"/>
          <ac:spMkLst>
            <pc:docMk/>
            <pc:sldMk cId="3333926989" sldId="270"/>
            <ac:spMk id="4" creationId="{FE74592A-3B2F-4BCA-B3E6-A8AF685A1DFB}"/>
          </ac:spMkLst>
        </pc:spChg>
        <pc:spChg chg="add del mod">
          <ac:chgData name="Wen, Zhezhu" userId="df4bd854-1f52-42f8-920c-4cd305c9e4d4" providerId="ADAL" clId="{768F7D11-EE6F-4AE5-8AC0-355C3EE67131}" dt="2020-12-10T11:16:18.590" v="5014"/>
          <ac:spMkLst>
            <pc:docMk/>
            <pc:sldMk cId="3333926989" sldId="270"/>
            <ac:spMk id="6" creationId="{FA0FA02A-16F1-4157-B21D-0062189847BB}"/>
          </ac:spMkLst>
        </pc:spChg>
        <pc:spChg chg="add del mod">
          <ac:chgData name="Wen, Zhezhu" userId="df4bd854-1f52-42f8-920c-4cd305c9e4d4" providerId="ADAL" clId="{768F7D11-EE6F-4AE5-8AC0-355C3EE67131}" dt="2020-12-10T11:16:21.058" v="5016"/>
          <ac:spMkLst>
            <pc:docMk/>
            <pc:sldMk cId="3333926989" sldId="270"/>
            <ac:spMk id="7" creationId="{DA02CDF4-86BF-477B-8CE7-C95F93B0AB7B}"/>
          </ac:spMkLst>
        </pc:spChg>
        <pc:spChg chg="mod">
          <ac:chgData name="Wen, Zhezhu" userId="df4bd854-1f52-42f8-920c-4cd305c9e4d4" providerId="ADAL" clId="{768F7D11-EE6F-4AE5-8AC0-355C3EE67131}" dt="2020-12-10T11:16:24.909" v="5017" actId="15"/>
          <ac:spMkLst>
            <pc:docMk/>
            <pc:sldMk cId="3333926989" sldId="270"/>
            <ac:spMk id="8" creationId="{2251A70F-4D11-4C98-ACBD-9CEA770E117D}"/>
          </ac:spMkLst>
        </pc:spChg>
        <pc:picChg chg="del">
          <ac:chgData name="Wen, Zhezhu" userId="df4bd854-1f52-42f8-920c-4cd305c9e4d4" providerId="ADAL" clId="{768F7D11-EE6F-4AE5-8AC0-355C3EE67131}" dt="2020-12-10T11:16:08.694" v="5011" actId="478"/>
          <ac:picMkLst>
            <pc:docMk/>
            <pc:sldMk cId="3333926989" sldId="270"/>
            <ac:picMk id="5" creationId="{9E0BD8B9-97F1-48C9-B3C8-1BBBC1D3A47C}"/>
          </ac:picMkLst>
        </pc:picChg>
        <pc:picChg chg="del">
          <ac:chgData name="Wen, Zhezhu" userId="df4bd854-1f52-42f8-920c-4cd305c9e4d4" providerId="ADAL" clId="{768F7D11-EE6F-4AE5-8AC0-355C3EE67131}" dt="2020-12-10T11:16:10.363" v="5012" actId="478"/>
          <ac:picMkLst>
            <pc:docMk/>
            <pc:sldMk cId="3333926989" sldId="270"/>
            <ac:picMk id="2050" creationId="{6891348F-4DA3-4B42-A860-E1CA480AC954}"/>
          </ac:picMkLst>
        </pc:picChg>
      </pc:sldChg>
      <pc:sldChg chg="modSp add del ord">
        <pc:chgData name="Wen, Zhezhu" userId="df4bd854-1f52-42f8-920c-4cd305c9e4d4" providerId="ADAL" clId="{768F7D11-EE6F-4AE5-8AC0-355C3EE67131}" dt="2020-12-10T11:27:47.319" v="5172" actId="2696"/>
        <pc:sldMkLst>
          <pc:docMk/>
          <pc:sldMk cId="3772619681" sldId="271"/>
        </pc:sldMkLst>
        <pc:spChg chg="mod">
          <ac:chgData name="Wen, Zhezhu" userId="df4bd854-1f52-42f8-920c-4cd305c9e4d4" providerId="ADAL" clId="{768F7D11-EE6F-4AE5-8AC0-355C3EE67131}" dt="2020-12-10T11:27:39.658" v="5171"/>
          <ac:spMkLst>
            <pc:docMk/>
            <pc:sldMk cId="3772619681" sldId="271"/>
            <ac:spMk id="5" creationId="{48991BA2-9A11-42DD-9E45-A21A757B1CB9}"/>
          </ac:spMkLst>
        </pc:spChg>
      </pc:sldChg>
      <pc:sldChg chg="modSp add ord">
        <pc:chgData name="Wen, Zhezhu" userId="df4bd854-1f52-42f8-920c-4cd305c9e4d4" providerId="ADAL" clId="{768F7D11-EE6F-4AE5-8AC0-355C3EE67131}" dt="2020-12-10T11:07:00.997" v="4997" actId="20577"/>
        <pc:sldMkLst>
          <pc:docMk/>
          <pc:sldMk cId="1459836734" sldId="272"/>
        </pc:sldMkLst>
        <pc:spChg chg="mod">
          <ac:chgData name="Wen, Zhezhu" userId="df4bd854-1f52-42f8-920c-4cd305c9e4d4" providerId="ADAL" clId="{768F7D11-EE6F-4AE5-8AC0-355C3EE67131}" dt="2020-12-10T11:07:00.997" v="4997" actId="20577"/>
          <ac:spMkLst>
            <pc:docMk/>
            <pc:sldMk cId="1459836734" sldId="272"/>
            <ac:spMk id="8" creationId="{872B9EFF-C116-4A64-B787-20050E10835A}"/>
          </ac:spMkLst>
        </pc:spChg>
        <pc:spChg chg="mod">
          <ac:chgData name="Wen, Zhezhu" userId="df4bd854-1f52-42f8-920c-4cd305c9e4d4" providerId="ADAL" clId="{768F7D11-EE6F-4AE5-8AC0-355C3EE67131}" dt="2020-12-10T11:05:49.931" v="4835" actId="1076"/>
          <ac:spMkLst>
            <pc:docMk/>
            <pc:sldMk cId="1459836734" sldId="272"/>
            <ac:spMk id="9" creationId="{5DBB5E0C-B8D7-42C1-90AA-BC488FF993B2}"/>
          </ac:spMkLst>
        </pc:spChg>
      </pc:sldChg>
      <pc:sldChg chg="modSp add ord">
        <pc:chgData name="Wen, Zhezhu" userId="df4bd854-1f52-42f8-920c-4cd305c9e4d4" providerId="ADAL" clId="{768F7D11-EE6F-4AE5-8AC0-355C3EE67131}" dt="2020-12-10T13:54:08.950" v="7212" actId="20577"/>
        <pc:sldMkLst>
          <pc:docMk/>
          <pc:sldMk cId="922449403" sldId="273"/>
        </pc:sldMkLst>
        <pc:spChg chg="mod">
          <ac:chgData name="Wen, Zhezhu" userId="df4bd854-1f52-42f8-920c-4cd305c9e4d4" providerId="ADAL" clId="{768F7D11-EE6F-4AE5-8AC0-355C3EE67131}" dt="2020-12-10T11:27:50.507" v="5173" actId="20577"/>
          <ac:spMkLst>
            <pc:docMk/>
            <pc:sldMk cId="922449403" sldId="273"/>
            <ac:spMk id="2" creationId="{E525D346-C15C-4843-AF91-A705C6D63027}"/>
          </ac:spMkLst>
        </pc:spChg>
        <pc:graphicFrameChg chg="modGraphic">
          <ac:chgData name="Wen, Zhezhu" userId="df4bd854-1f52-42f8-920c-4cd305c9e4d4" providerId="ADAL" clId="{768F7D11-EE6F-4AE5-8AC0-355C3EE67131}" dt="2020-12-10T13:54:08.950" v="7212" actId="20577"/>
          <ac:graphicFrameMkLst>
            <pc:docMk/>
            <pc:sldMk cId="922449403" sldId="273"/>
            <ac:graphicFrameMk id="4" creationId="{A9043F7F-3EDA-4DC1-82CC-776428B43D13}"/>
          </ac:graphicFrameMkLst>
        </pc:graphicFrameChg>
      </pc:sldChg>
      <pc:sldChg chg="modSp add ord">
        <pc:chgData name="Wen, Zhezhu" userId="df4bd854-1f52-42f8-920c-4cd305c9e4d4" providerId="ADAL" clId="{768F7D11-EE6F-4AE5-8AC0-355C3EE67131}" dt="2020-12-10T13:47:50.933" v="7192" actId="6549"/>
        <pc:sldMkLst>
          <pc:docMk/>
          <pc:sldMk cId="2638104745" sldId="274"/>
        </pc:sldMkLst>
        <pc:spChg chg="mod">
          <ac:chgData name="Wen, Zhezhu" userId="df4bd854-1f52-42f8-920c-4cd305c9e4d4" providerId="ADAL" clId="{768F7D11-EE6F-4AE5-8AC0-355C3EE67131}" dt="2020-12-10T13:47:50.933" v="7192" actId="6549"/>
          <ac:spMkLst>
            <pc:docMk/>
            <pc:sldMk cId="2638104745" sldId="274"/>
            <ac:spMk id="2" creationId="{4E9BDC59-5076-4DF9-ACC9-C6228D0A66F8}"/>
          </ac:spMkLst>
        </pc:spChg>
        <pc:spChg chg="mod">
          <ac:chgData name="Wen, Zhezhu" userId="df4bd854-1f52-42f8-920c-4cd305c9e4d4" providerId="ADAL" clId="{768F7D11-EE6F-4AE5-8AC0-355C3EE67131}" dt="2020-12-10T11:28:10.761" v="5176" actId="113"/>
          <ac:spMkLst>
            <pc:docMk/>
            <pc:sldMk cId="2638104745" sldId="274"/>
            <ac:spMk id="3" creationId="{F6718F97-8193-4B95-A49C-738F20E8D999}"/>
          </ac:spMkLst>
        </pc:spChg>
      </pc:sldChg>
      <pc:sldChg chg="del">
        <pc:chgData name="Wen, Zhezhu" userId="df4bd854-1f52-42f8-920c-4cd305c9e4d4" providerId="ADAL" clId="{768F7D11-EE6F-4AE5-8AC0-355C3EE67131}" dt="2020-12-09T18:59:22.893" v="214" actId="2696"/>
        <pc:sldMkLst>
          <pc:docMk/>
          <pc:sldMk cId="2024134890" sldId="279"/>
        </pc:sldMkLst>
      </pc:sldChg>
      <pc:sldChg chg="del">
        <pc:chgData name="Wen, Zhezhu" userId="df4bd854-1f52-42f8-920c-4cd305c9e4d4" providerId="ADAL" clId="{768F7D11-EE6F-4AE5-8AC0-355C3EE67131}" dt="2020-12-09T18:59:22.742" v="209" actId="2696"/>
        <pc:sldMkLst>
          <pc:docMk/>
          <pc:sldMk cId="1596482349" sldId="280"/>
        </pc:sldMkLst>
      </pc:sldChg>
      <pc:sldChg chg="del">
        <pc:chgData name="Wen, Zhezhu" userId="df4bd854-1f52-42f8-920c-4cd305c9e4d4" providerId="ADAL" clId="{768F7D11-EE6F-4AE5-8AC0-355C3EE67131}" dt="2020-12-09T18:59:22.960" v="216" actId="2696"/>
        <pc:sldMkLst>
          <pc:docMk/>
          <pc:sldMk cId="3492416346" sldId="282"/>
        </pc:sldMkLst>
      </pc:sldChg>
      <pc:sldChg chg="del">
        <pc:chgData name="Wen, Zhezhu" userId="df4bd854-1f52-42f8-920c-4cd305c9e4d4" providerId="ADAL" clId="{768F7D11-EE6F-4AE5-8AC0-355C3EE67131}" dt="2020-12-09T18:59:14.202" v="197" actId="2696"/>
        <pc:sldMkLst>
          <pc:docMk/>
          <pc:sldMk cId="285419978" sldId="290"/>
        </pc:sldMkLst>
      </pc:sldChg>
      <pc:sldChg chg="del">
        <pc:chgData name="Wen, Zhezhu" userId="df4bd854-1f52-42f8-920c-4cd305c9e4d4" providerId="ADAL" clId="{768F7D11-EE6F-4AE5-8AC0-355C3EE67131}" dt="2020-12-09T18:59:14.217" v="198" actId="2696"/>
        <pc:sldMkLst>
          <pc:docMk/>
          <pc:sldMk cId="3428903954" sldId="291"/>
        </pc:sldMkLst>
      </pc:sldChg>
      <pc:sldChg chg="del">
        <pc:chgData name="Wen, Zhezhu" userId="df4bd854-1f52-42f8-920c-4cd305c9e4d4" providerId="ADAL" clId="{768F7D11-EE6F-4AE5-8AC0-355C3EE67131}" dt="2020-12-09T18:59:14.231" v="199" actId="2696"/>
        <pc:sldMkLst>
          <pc:docMk/>
          <pc:sldMk cId="3029772356" sldId="292"/>
        </pc:sldMkLst>
      </pc:sldChg>
      <pc:sldChg chg="del">
        <pc:chgData name="Wen, Zhezhu" userId="df4bd854-1f52-42f8-920c-4cd305c9e4d4" providerId="ADAL" clId="{768F7D11-EE6F-4AE5-8AC0-355C3EE67131}" dt="2020-12-09T18:59:14.237" v="200" actId="2696"/>
        <pc:sldMkLst>
          <pc:docMk/>
          <pc:sldMk cId="1062925990" sldId="293"/>
        </pc:sldMkLst>
      </pc:sldChg>
      <pc:sldChg chg="modSp">
        <pc:chgData name="Wen, Zhezhu" userId="df4bd854-1f52-42f8-920c-4cd305c9e4d4" providerId="ADAL" clId="{768F7D11-EE6F-4AE5-8AC0-355C3EE67131}" dt="2020-12-10T08:55:02.530" v="1562" actId="20577"/>
        <pc:sldMkLst>
          <pc:docMk/>
          <pc:sldMk cId="158040226" sldId="311"/>
        </pc:sldMkLst>
        <pc:spChg chg="mod">
          <ac:chgData name="Wen, Zhezhu" userId="df4bd854-1f52-42f8-920c-4cd305c9e4d4" providerId="ADAL" clId="{768F7D11-EE6F-4AE5-8AC0-355C3EE67131}" dt="2020-12-09T18:58:58.283" v="196" actId="20577"/>
          <ac:spMkLst>
            <pc:docMk/>
            <pc:sldMk cId="158040226" sldId="311"/>
            <ac:spMk id="2" creationId="{3AA31F06-BF77-4AF8-92C0-178AA531A202}"/>
          </ac:spMkLst>
        </pc:spChg>
        <pc:spChg chg="mod">
          <ac:chgData name="Wen, Zhezhu" userId="df4bd854-1f52-42f8-920c-4cd305c9e4d4" providerId="ADAL" clId="{768F7D11-EE6F-4AE5-8AC0-355C3EE67131}" dt="2020-12-10T08:55:02.530" v="1562" actId="20577"/>
          <ac:spMkLst>
            <pc:docMk/>
            <pc:sldMk cId="158040226" sldId="311"/>
            <ac:spMk id="4" creationId="{2D39CCD8-D129-4738-BAC7-7932BDDF51E1}"/>
          </ac:spMkLst>
        </pc:spChg>
      </pc:sldChg>
      <pc:sldChg chg="modSp add ord">
        <pc:chgData name="Wen, Zhezhu" userId="df4bd854-1f52-42f8-920c-4cd305c9e4d4" providerId="ADAL" clId="{768F7D11-EE6F-4AE5-8AC0-355C3EE67131}" dt="2020-12-10T13:46:14.864" v="7188" actId="6549"/>
        <pc:sldMkLst>
          <pc:docMk/>
          <pc:sldMk cId="2689597204" sldId="312"/>
        </pc:sldMkLst>
        <pc:spChg chg="mod">
          <ac:chgData name="Wen, Zhezhu" userId="df4bd854-1f52-42f8-920c-4cd305c9e4d4" providerId="ADAL" clId="{768F7D11-EE6F-4AE5-8AC0-355C3EE67131}" dt="2020-12-10T13:45:26.483" v="7139" actId="20577"/>
          <ac:spMkLst>
            <pc:docMk/>
            <pc:sldMk cId="2689597204" sldId="312"/>
            <ac:spMk id="2" creationId="{CD37EDA4-1535-4DA2-A697-829E15CFA229}"/>
          </ac:spMkLst>
        </pc:spChg>
        <pc:spChg chg="mod">
          <ac:chgData name="Wen, Zhezhu" userId="df4bd854-1f52-42f8-920c-4cd305c9e4d4" providerId="ADAL" clId="{768F7D11-EE6F-4AE5-8AC0-355C3EE67131}" dt="2020-12-10T13:46:14.864" v="7188" actId="6549"/>
          <ac:spMkLst>
            <pc:docMk/>
            <pc:sldMk cId="2689597204" sldId="312"/>
            <ac:spMk id="3" creationId="{D2F178B1-7B18-45D1-A2B3-A22C235AA6C5}"/>
          </ac:spMkLst>
        </pc:spChg>
      </pc:sldChg>
      <pc:sldChg chg="modSp add del">
        <pc:chgData name="Wen, Zhezhu" userId="df4bd854-1f52-42f8-920c-4cd305c9e4d4" providerId="ADAL" clId="{768F7D11-EE6F-4AE5-8AC0-355C3EE67131}" dt="2020-12-10T04:52:45.301" v="679" actId="2696"/>
        <pc:sldMkLst>
          <pc:docMk/>
          <pc:sldMk cId="1134288621" sldId="313"/>
        </pc:sldMkLst>
        <pc:spChg chg="mod">
          <ac:chgData name="Wen, Zhezhu" userId="df4bd854-1f52-42f8-920c-4cd305c9e4d4" providerId="ADAL" clId="{768F7D11-EE6F-4AE5-8AC0-355C3EE67131}" dt="2020-12-09T19:40:58.169" v="483" actId="20577"/>
          <ac:spMkLst>
            <pc:docMk/>
            <pc:sldMk cId="1134288621" sldId="313"/>
            <ac:spMk id="2" creationId="{8A042428-F01C-4658-A04E-4616D86B7D5C}"/>
          </ac:spMkLst>
        </pc:spChg>
      </pc:sldChg>
      <pc:sldChg chg="del">
        <pc:chgData name="Wen, Zhezhu" userId="df4bd854-1f52-42f8-920c-4cd305c9e4d4" providerId="ADAL" clId="{768F7D11-EE6F-4AE5-8AC0-355C3EE67131}" dt="2020-12-09T18:59:22.713" v="208" actId="2696"/>
        <pc:sldMkLst>
          <pc:docMk/>
          <pc:sldMk cId="1620281154" sldId="314"/>
        </pc:sldMkLst>
      </pc:sldChg>
      <pc:sldChg chg="modSp add del">
        <pc:chgData name="Wen, Zhezhu" userId="df4bd854-1f52-42f8-920c-4cd305c9e4d4" providerId="ADAL" clId="{768F7D11-EE6F-4AE5-8AC0-355C3EE67131}" dt="2020-12-10T11:16:51.562" v="5022" actId="2696"/>
        <pc:sldMkLst>
          <pc:docMk/>
          <pc:sldMk cId="4195110959" sldId="314"/>
        </pc:sldMkLst>
        <pc:spChg chg="mod">
          <ac:chgData name="Wen, Zhezhu" userId="df4bd854-1f52-42f8-920c-4cd305c9e4d4" providerId="ADAL" clId="{768F7D11-EE6F-4AE5-8AC0-355C3EE67131}" dt="2020-12-09T19:41:12.018" v="524" actId="20577"/>
          <ac:spMkLst>
            <pc:docMk/>
            <pc:sldMk cId="4195110959" sldId="314"/>
            <ac:spMk id="2" creationId="{753324D0-F910-4D07-845E-234D3D2CA3D2}"/>
          </ac:spMkLst>
        </pc:spChg>
      </pc:sldChg>
      <pc:sldChg chg="modSp add del">
        <pc:chgData name="Wen, Zhezhu" userId="df4bd854-1f52-42f8-920c-4cd305c9e4d4" providerId="ADAL" clId="{768F7D11-EE6F-4AE5-8AC0-355C3EE67131}" dt="2020-12-10T11:16:51.578" v="5023" actId="2696"/>
        <pc:sldMkLst>
          <pc:docMk/>
          <pc:sldMk cId="2266185229" sldId="315"/>
        </pc:sldMkLst>
        <pc:spChg chg="mod">
          <ac:chgData name="Wen, Zhezhu" userId="df4bd854-1f52-42f8-920c-4cd305c9e4d4" providerId="ADAL" clId="{768F7D11-EE6F-4AE5-8AC0-355C3EE67131}" dt="2020-12-09T19:41:27.802" v="594" actId="20577"/>
          <ac:spMkLst>
            <pc:docMk/>
            <pc:sldMk cId="2266185229" sldId="315"/>
            <ac:spMk id="2" creationId="{5F1571B7-4D43-4EE3-988D-488CC81633C0}"/>
          </ac:spMkLst>
        </pc:spChg>
      </pc:sldChg>
      <pc:sldChg chg="modSp add ord">
        <pc:chgData name="Wen, Zhezhu" userId="df4bd854-1f52-42f8-920c-4cd305c9e4d4" providerId="ADAL" clId="{768F7D11-EE6F-4AE5-8AC0-355C3EE67131}" dt="2020-12-10T10:44:16.162" v="3468" actId="20577"/>
        <pc:sldMkLst>
          <pc:docMk/>
          <pc:sldMk cId="104419345" sldId="316"/>
        </pc:sldMkLst>
        <pc:spChg chg="mod">
          <ac:chgData name="Wen, Zhezhu" userId="df4bd854-1f52-42f8-920c-4cd305c9e4d4" providerId="ADAL" clId="{768F7D11-EE6F-4AE5-8AC0-355C3EE67131}" dt="2020-12-10T10:44:16.162" v="3468" actId="20577"/>
          <ac:spMkLst>
            <pc:docMk/>
            <pc:sldMk cId="104419345" sldId="316"/>
            <ac:spMk id="2" creationId="{65C89D72-9C42-4046-BBB5-4E99BEF4842C}"/>
          </ac:spMkLst>
        </pc:spChg>
        <pc:spChg chg="mod">
          <ac:chgData name="Wen, Zhezhu" userId="df4bd854-1f52-42f8-920c-4cd305c9e4d4" providerId="ADAL" clId="{768F7D11-EE6F-4AE5-8AC0-355C3EE67131}" dt="2020-12-10T09:12:25.305" v="2005" actId="20577"/>
          <ac:spMkLst>
            <pc:docMk/>
            <pc:sldMk cId="104419345" sldId="316"/>
            <ac:spMk id="3" creationId="{27EEC682-9C65-48DA-B987-39EAD13A0283}"/>
          </ac:spMkLst>
        </pc:spChg>
      </pc:sldChg>
      <pc:sldChg chg="add">
        <pc:chgData name="Wen, Zhezhu" userId="df4bd854-1f52-42f8-920c-4cd305c9e4d4" providerId="ADAL" clId="{768F7D11-EE6F-4AE5-8AC0-355C3EE67131}" dt="2020-12-09T19:44:45.199" v="619"/>
        <pc:sldMkLst>
          <pc:docMk/>
          <pc:sldMk cId="2383727757" sldId="322"/>
        </pc:sldMkLst>
      </pc:sldChg>
      <pc:sldChg chg="del">
        <pc:chgData name="Wen, Zhezhu" userId="df4bd854-1f52-42f8-920c-4cd305c9e4d4" providerId="ADAL" clId="{768F7D11-EE6F-4AE5-8AC0-355C3EE67131}" dt="2020-12-09T18:59:22.644" v="202" actId="2696"/>
        <pc:sldMkLst>
          <pc:docMk/>
          <pc:sldMk cId="2912322758" sldId="334"/>
        </pc:sldMkLst>
      </pc:sldChg>
      <pc:sldChg chg="add">
        <pc:chgData name="Wen, Zhezhu" userId="df4bd854-1f52-42f8-920c-4cd305c9e4d4" providerId="ADAL" clId="{768F7D11-EE6F-4AE5-8AC0-355C3EE67131}" dt="2020-12-09T19:44:45.199" v="619"/>
        <pc:sldMkLst>
          <pc:docMk/>
          <pc:sldMk cId="1998322428" sldId="335"/>
        </pc:sldMkLst>
      </pc:sldChg>
      <pc:sldChg chg="add">
        <pc:chgData name="Wen, Zhezhu" userId="df4bd854-1f52-42f8-920c-4cd305c9e4d4" providerId="ADAL" clId="{768F7D11-EE6F-4AE5-8AC0-355C3EE67131}" dt="2020-12-09T19:44:45.199" v="619"/>
        <pc:sldMkLst>
          <pc:docMk/>
          <pc:sldMk cId="3285489655" sldId="336"/>
        </pc:sldMkLst>
      </pc:sldChg>
      <pc:sldChg chg="add del">
        <pc:chgData name="Wen, Zhezhu" userId="df4bd854-1f52-42f8-920c-4cd305c9e4d4" providerId="ADAL" clId="{768F7D11-EE6F-4AE5-8AC0-355C3EE67131}" dt="2020-12-10T11:49:04.609" v="5564" actId="2696"/>
        <pc:sldMkLst>
          <pc:docMk/>
          <pc:sldMk cId="3700478129" sldId="337"/>
        </pc:sldMkLst>
      </pc:sldChg>
      <pc:sldChg chg="add">
        <pc:chgData name="Wen, Zhezhu" userId="df4bd854-1f52-42f8-920c-4cd305c9e4d4" providerId="ADAL" clId="{768F7D11-EE6F-4AE5-8AC0-355C3EE67131}" dt="2020-12-09T19:46:15.812" v="621"/>
        <pc:sldMkLst>
          <pc:docMk/>
          <pc:sldMk cId="2980724414" sldId="338"/>
        </pc:sldMkLst>
      </pc:sldChg>
      <pc:sldChg chg="del">
        <pc:chgData name="Wen, Zhezhu" userId="df4bd854-1f52-42f8-920c-4cd305c9e4d4" providerId="ADAL" clId="{768F7D11-EE6F-4AE5-8AC0-355C3EE67131}" dt="2020-12-09T18:59:22.858" v="213" actId="2696"/>
        <pc:sldMkLst>
          <pc:docMk/>
          <pc:sldMk cId="220638660" sldId="343"/>
        </pc:sldMkLst>
      </pc:sldChg>
      <pc:sldChg chg="del">
        <pc:chgData name="Wen, Zhezhu" userId="df4bd854-1f52-42f8-920c-4cd305c9e4d4" providerId="ADAL" clId="{768F7D11-EE6F-4AE5-8AC0-355C3EE67131}" dt="2020-12-09T18:59:22.841" v="212" actId="2696"/>
        <pc:sldMkLst>
          <pc:docMk/>
          <pc:sldMk cId="1705533318" sldId="345"/>
        </pc:sldMkLst>
      </pc:sldChg>
      <pc:sldChg chg="del">
        <pc:chgData name="Wen, Zhezhu" userId="df4bd854-1f52-42f8-920c-4cd305c9e4d4" providerId="ADAL" clId="{768F7D11-EE6F-4AE5-8AC0-355C3EE67131}" dt="2020-12-09T18:59:22.991" v="217" actId="2696"/>
        <pc:sldMkLst>
          <pc:docMk/>
          <pc:sldMk cId="34761485" sldId="350"/>
        </pc:sldMkLst>
      </pc:sldChg>
      <pc:sldChg chg="del">
        <pc:chgData name="Wen, Zhezhu" userId="df4bd854-1f52-42f8-920c-4cd305c9e4d4" providerId="ADAL" clId="{768F7D11-EE6F-4AE5-8AC0-355C3EE67131}" dt="2020-12-09T18:59:23.043" v="218" actId="2696"/>
        <pc:sldMkLst>
          <pc:docMk/>
          <pc:sldMk cId="757422637" sldId="351"/>
        </pc:sldMkLst>
      </pc:sldChg>
      <pc:sldChg chg="del">
        <pc:chgData name="Wen, Zhezhu" userId="df4bd854-1f52-42f8-920c-4cd305c9e4d4" providerId="ADAL" clId="{768F7D11-EE6F-4AE5-8AC0-355C3EE67131}" dt="2020-12-09T18:59:23.056" v="219" actId="2696"/>
        <pc:sldMkLst>
          <pc:docMk/>
          <pc:sldMk cId="4097133762" sldId="354"/>
        </pc:sldMkLst>
      </pc:sldChg>
      <pc:sldChg chg="del">
        <pc:chgData name="Wen, Zhezhu" userId="df4bd854-1f52-42f8-920c-4cd305c9e4d4" providerId="ADAL" clId="{768F7D11-EE6F-4AE5-8AC0-355C3EE67131}" dt="2020-12-09T18:59:23.145" v="221" actId="2696"/>
        <pc:sldMkLst>
          <pc:docMk/>
          <pc:sldMk cId="3437219393" sldId="355"/>
        </pc:sldMkLst>
      </pc:sldChg>
      <pc:sldChg chg="del">
        <pc:chgData name="Wen, Zhezhu" userId="df4bd854-1f52-42f8-920c-4cd305c9e4d4" providerId="ADAL" clId="{768F7D11-EE6F-4AE5-8AC0-355C3EE67131}" dt="2020-12-09T18:59:23.091" v="220" actId="2696"/>
        <pc:sldMkLst>
          <pc:docMk/>
          <pc:sldMk cId="1297462700" sldId="356"/>
        </pc:sldMkLst>
      </pc:sldChg>
      <pc:sldChg chg="del">
        <pc:chgData name="Wen, Zhezhu" userId="df4bd854-1f52-42f8-920c-4cd305c9e4d4" providerId="ADAL" clId="{768F7D11-EE6F-4AE5-8AC0-355C3EE67131}" dt="2020-12-09T18:59:23.157" v="222" actId="2696"/>
        <pc:sldMkLst>
          <pc:docMk/>
          <pc:sldMk cId="3261521679" sldId="357"/>
        </pc:sldMkLst>
      </pc:sldChg>
      <pc:sldChg chg="modSp add del">
        <pc:chgData name="Wen, Zhezhu" userId="df4bd854-1f52-42f8-920c-4cd305c9e4d4" providerId="ADAL" clId="{768F7D11-EE6F-4AE5-8AC0-355C3EE67131}" dt="2020-12-10T08:43:00.045" v="957" actId="2696"/>
        <pc:sldMkLst>
          <pc:docMk/>
          <pc:sldMk cId="194950312" sldId="361"/>
        </pc:sldMkLst>
        <pc:spChg chg="mod">
          <ac:chgData name="Wen, Zhezhu" userId="df4bd854-1f52-42f8-920c-4cd305c9e4d4" providerId="ADAL" clId="{768F7D11-EE6F-4AE5-8AC0-355C3EE67131}" dt="2020-12-10T08:33:17.796" v="770" actId="20577"/>
          <ac:spMkLst>
            <pc:docMk/>
            <pc:sldMk cId="194950312" sldId="361"/>
            <ac:spMk id="2" creationId="{6E05939C-21BD-4183-8B33-A6321C7822F6}"/>
          </ac:spMkLst>
        </pc:spChg>
        <pc:spChg chg="mod">
          <ac:chgData name="Wen, Zhezhu" userId="df4bd854-1f52-42f8-920c-4cd305c9e4d4" providerId="ADAL" clId="{768F7D11-EE6F-4AE5-8AC0-355C3EE67131}" dt="2020-12-10T08:35:08.866" v="815" actId="20577"/>
          <ac:spMkLst>
            <pc:docMk/>
            <pc:sldMk cId="194950312" sldId="361"/>
            <ac:spMk id="3" creationId="{0B6C9320-361A-414B-B29C-4AA524E2224C}"/>
          </ac:spMkLst>
        </pc:spChg>
      </pc:sldChg>
      <pc:sldChg chg="del">
        <pc:chgData name="Wen, Zhezhu" userId="df4bd854-1f52-42f8-920c-4cd305c9e4d4" providerId="ADAL" clId="{768F7D11-EE6F-4AE5-8AC0-355C3EE67131}" dt="2020-12-09T18:59:22.799" v="211" actId="2696"/>
        <pc:sldMkLst>
          <pc:docMk/>
          <pc:sldMk cId="314730644" sldId="362"/>
        </pc:sldMkLst>
      </pc:sldChg>
      <pc:sldChg chg="del">
        <pc:chgData name="Wen, Zhezhu" userId="df4bd854-1f52-42f8-920c-4cd305c9e4d4" providerId="ADAL" clId="{768F7D11-EE6F-4AE5-8AC0-355C3EE67131}" dt="2020-12-09T18:59:22.942" v="215" actId="2696"/>
        <pc:sldMkLst>
          <pc:docMk/>
          <pc:sldMk cId="579687090" sldId="364"/>
        </pc:sldMkLst>
      </pc:sldChg>
      <pc:sldChg chg="modSp add del ord">
        <pc:chgData name="Wen, Zhezhu" userId="df4bd854-1f52-42f8-920c-4cd305c9e4d4" providerId="ADAL" clId="{768F7D11-EE6F-4AE5-8AC0-355C3EE67131}" dt="2020-12-10T09:05:54.821" v="1839" actId="2696"/>
        <pc:sldMkLst>
          <pc:docMk/>
          <pc:sldMk cId="1681122125" sldId="366"/>
        </pc:sldMkLst>
        <pc:spChg chg="mod">
          <ac:chgData name="Wen, Zhezhu" userId="df4bd854-1f52-42f8-920c-4cd305c9e4d4" providerId="ADAL" clId="{768F7D11-EE6F-4AE5-8AC0-355C3EE67131}" dt="2020-12-10T09:04:45.860" v="1822" actId="20577"/>
          <ac:spMkLst>
            <pc:docMk/>
            <pc:sldMk cId="1681122125" sldId="366"/>
            <ac:spMk id="3" creationId="{CBAA6829-A22D-4B03-A5E4-C9D4BD62BA5B}"/>
          </ac:spMkLst>
        </pc:spChg>
      </pc:sldChg>
      <pc:sldChg chg="del">
        <pc:chgData name="Wen, Zhezhu" userId="df4bd854-1f52-42f8-920c-4cd305c9e4d4" providerId="ADAL" clId="{768F7D11-EE6F-4AE5-8AC0-355C3EE67131}" dt="2020-12-09T18:59:22.657" v="203" actId="2696"/>
        <pc:sldMkLst>
          <pc:docMk/>
          <pc:sldMk cId="3379798581" sldId="367"/>
        </pc:sldMkLst>
      </pc:sldChg>
      <pc:sldChg chg="del">
        <pc:chgData name="Wen, Zhezhu" userId="df4bd854-1f52-42f8-920c-4cd305c9e4d4" providerId="ADAL" clId="{768F7D11-EE6F-4AE5-8AC0-355C3EE67131}" dt="2020-12-09T18:59:22.669" v="204" actId="2696"/>
        <pc:sldMkLst>
          <pc:docMk/>
          <pc:sldMk cId="3402673104" sldId="368"/>
        </pc:sldMkLst>
      </pc:sldChg>
      <pc:sldChg chg="modSp add ord">
        <pc:chgData name="Wen, Zhezhu" userId="df4bd854-1f52-42f8-920c-4cd305c9e4d4" providerId="ADAL" clId="{768F7D11-EE6F-4AE5-8AC0-355C3EE67131}" dt="2020-12-10T09:06:19.240" v="1857" actId="20577"/>
        <pc:sldMkLst>
          <pc:docMk/>
          <pc:sldMk cId="1989788760" sldId="369"/>
        </pc:sldMkLst>
        <pc:spChg chg="mod">
          <ac:chgData name="Wen, Zhezhu" userId="df4bd854-1f52-42f8-920c-4cd305c9e4d4" providerId="ADAL" clId="{768F7D11-EE6F-4AE5-8AC0-355C3EE67131}" dt="2020-12-10T09:06:19.240" v="1857" actId="20577"/>
          <ac:spMkLst>
            <pc:docMk/>
            <pc:sldMk cId="1989788760" sldId="369"/>
            <ac:spMk id="3" creationId="{7CD6E8B2-0112-4AC0-A069-EBD41113F92E}"/>
          </ac:spMkLst>
        </pc:spChg>
      </pc:sldChg>
      <pc:sldChg chg="del">
        <pc:chgData name="Wen, Zhezhu" userId="df4bd854-1f52-42f8-920c-4cd305c9e4d4" providerId="ADAL" clId="{768F7D11-EE6F-4AE5-8AC0-355C3EE67131}" dt="2020-12-09T18:59:23.192" v="223" actId="2696"/>
        <pc:sldMkLst>
          <pc:docMk/>
          <pc:sldMk cId="3969037049" sldId="369"/>
        </pc:sldMkLst>
      </pc:sldChg>
      <pc:sldChg chg="delSp modSp add ord">
        <pc:chgData name="Wen, Zhezhu" userId="df4bd854-1f52-42f8-920c-4cd305c9e4d4" providerId="ADAL" clId="{768F7D11-EE6F-4AE5-8AC0-355C3EE67131}" dt="2020-12-10T08:56:01.195" v="1583" actId="1076"/>
        <pc:sldMkLst>
          <pc:docMk/>
          <pc:sldMk cId="594257032" sldId="370"/>
        </pc:sldMkLst>
        <pc:spChg chg="del">
          <ac:chgData name="Wen, Zhezhu" userId="df4bd854-1f52-42f8-920c-4cd305c9e4d4" providerId="ADAL" clId="{768F7D11-EE6F-4AE5-8AC0-355C3EE67131}" dt="2020-12-10T08:45:05.999" v="1009" actId="478"/>
          <ac:spMkLst>
            <pc:docMk/>
            <pc:sldMk cId="594257032" sldId="370"/>
            <ac:spMk id="2" creationId="{5352B233-9C32-47F5-8251-5E08B9336AB6}"/>
          </ac:spMkLst>
        </pc:spChg>
        <pc:spChg chg="mod">
          <ac:chgData name="Wen, Zhezhu" userId="df4bd854-1f52-42f8-920c-4cd305c9e4d4" providerId="ADAL" clId="{768F7D11-EE6F-4AE5-8AC0-355C3EE67131}" dt="2020-12-10T08:56:01.195" v="1583" actId="1076"/>
          <ac:spMkLst>
            <pc:docMk/>
            <pc:sldMk cId="594257032" sldId="370"/>
            <ac:spMk id="12" creationId="{8B89BE7D-9A7F-4D86-8DD3-94699FCC8458}"/>
          </ac:spMkLst>
        </pc:spChg>
        <pc:picChg chg="mod">
          <ac:chgData name="Wen, Zhezhu" userId="df4bd854-1f52-42f8-920c-4cd305c9e4d4" providerId="ADAL" clId="{768F7D11-EE6F-4AE5-8AC0-355C3EE67131}" dt="2020-12-10T08:51:34.536" v="1194" actId="1076"/>
          <ac:picMkLst>
            <pc:docMk/>
            <pc:sldMk cId="594257032" sldId="370"/>
            <ac:picMk id="5" creationId="{64698A70-E441-4000-A151-A2212C136ACA}"/>
          </ac:picMkLst>
        </pc:picChg>
        <pc:picChg chg="mod">
          <ac:chgData name="Wen, Zhezhu" userId="df4bd854-1f52-42f8-920c-4cd305c9e4d4" providerId="ADAL" clId="{768F7D11-EE6F-4AE5-8AC0-355C3EE67131}" dt="2020-12-10T08:51:37.599" v="1195" actId="1076"/>
          <ac:picMkLst>
            <pc:docMk/>
            <pc:sldMk cId="594257032" sldId="370"/>
            <ac:picMk id="1034" creationId="{A8253498-3D6B-4E66-B408-125BFBE16723}"/>
          </ac:picMkLst>
        </pc:picChg>
      </pc:sldChg>
      <pc:sldChg chg="del">
        <pc:chgData name="Wen, Zhezhu" userId="df4bd854-1f52-42f8-920c-4cd305c9e4d4" providerId="ADAL" clId="{768F7D11-EE6F-4AE5-8AC0-355C3EE67131}" dt="2020-12-09T18:59:23.239" v="224" actId="2696"/>
        <pc:sldMkLst>
          <pc:docMk/>
          <pc:sldMk cId="827533299" sldId="370"/>
        </pc:sldMkLst>
      </pc:sldChg>
      <pc:sldChg chg="addSp delSp modSp add ord modAnim">
        <pc:chgData name="Wen, Zhezhu" userId="df4bd854-1f52-42f8-920c-4cd305c9e4d4" providerId="ADAL" clId="{768F7D11-EE6F-4AE5-8AC0-355C3EE67131}" dt="2020-12-10T09:05:49.086" v="1838" actId="313"/>
        <pc:sldMkLst>
          <pc:docMk/>
          <pc:sldMk cId="2922201127" sldId="371"/>
        </pc:sldMkLst>
        <pc:spChg chg="mod">
          <ac:chgData name="Wen, Zhezhu" userId="df4bd854-1f52-42f8-920c-4cd305c9e4d4" providerId="ADAL" clId="{768F7D11-EE6F-4AE5-8AC0-355C3EE67131}" dt="2020-12-10T09:04:03.374" v="1815" actId="27636"/>
          <ac:spMkLst>
            <pc:docMk/>
            <pc:sldMk cId="2922201127" sldId="371"/>
            <ac:spMk id="2" creationId="{A8A1BD58-B304-47A1-9CB5-9D1D3B0F6DF6}"/>
          </ac:spMkLst>
        </pc:spChg>
        <pc:spChg chg="del">
          <ac:chgData name="Wen, Zhezhu" userId="df4bd854-1f52-42f8-920c-4cd305c9e4d4" providerId="ADAL" clId="{768F7D11-EE6F-4AE5-8AC0-355C3EE67131}" dt="2020-12-10T03:58:39.976" v="624" actId="478"/>
          <ac:spMkLst>
            <pc:docMk/>
            <pc:sldMk cId="2922201127" sldId="371"/>
            <ac:spMk id="3" creationId="{D1BD6013-23C3-42D7-99BA-60E2FDCE52EE}"/>
          </ac:spMkLst>
        </pc:spChg>
        <pc:spChg chg="mod">
          <ac:chgData name="Wen, Zhezhu" userId="df4bd854-1f52-42f8-920c-4cd305c9e4d4" providerId="ADAL" clId="{768F7D11-EE6F-4AE5-8AC0-355C3EE67131}" dt="2020-12-10T09:05:49.086" v="1838" actId="313"/>
          <ac:spMkLst>
            <pc:docMk/>
            <pc:sldMk cId="2922201127" sldId="371"/>
            <ac:spMk id="7" creationId="{A7086F89-2198-4FAA-9A0A-36C838DD851F}"/>
          </ac:spMkLst>
        </pc:spChg>
        <pc:spChg chg="add mod">
          <ac:chgData name="Wen, Zhezhu" userId="df4bd854-1f52-42f8-920c-4cd305c9e4d4" providerId="ADAL" clId="{768F7D11-EE6F-4AE5-8AC0-355C3EE67131}" dt="2020-12-10T09:05:36.838" v="1834" actId="1076"/>
          <ac:spMkLst>
            <pc:docMk/>
            <pc:sldMk cId="2922201127" sldId="371"/>
            <ac:spMk id="8" creationId="{3604BFEC-DD5E-45F9-A21E-8D0F2410BF0A}"/>
          </ac:spMkLst>
        </pc:spChg>
        <pc:picChg chg="mod">
          <ac:chgData name="Wen, Zhezhu" userId="df4bd854-1f52-42f8-920c-4cd305c9e4d4" providerId="ADAL" clId="{768F7D11-EE6F-4AE5-8AC0-355C3EE67131}" dt="2020-12-10T09:04:14.043" v="1817" actId="1076"/>
          <ac:picMkLst>
            <pc:docMk/>
            <pc:sldMk cId="2922201127" sldId="371"/>
            <ac:picMk id="4" creationId="{349787FF-CC2A-49AC-A391-1083C73A0A20}"/>
          </ac:picMkLst>
        </pc:picChg>
        <pc:picChg chg="add mod">
          <ac:chgData name="Wen, Zhezhu" userId="df4bd854-1f52-42f8-920c-4cd305c9e4d4" providerId="ADAL" clId="{768F7D11-EE6F-4AE5-8AC0-355C3EE67131}" dt="2020-12-10T09:04:36.795" v="1820" actId="1076"/>
          <ac:picMkLst>
            <pc:docMk/>
            <pc:sldMk cId="2922201127" sldId="371"/>
            <ac:picMk id="6" creationId="{B06A4F42-067E-40D8-A841-6A3A65E826C7}"/>
          </ac:picMkLst>
        </pc:picChg>
      </pc:sldChg>
      <pc:sldChg chg="del">
        <pc:chgData name="Wen, Zhezhu" userId="df4bd854-1f52-42f8-920c-4cd305c9e4d4" providerId="ADAL" clId="{768F7D11-EE6F-4AE5-8AC0-355C3EE67131}" dt="2020-12-09T18:59:23.256" v="225" actId="2696"/>
        <pc:sldMkLst>
          <pc:docMk/>
          <pc:sldMk cId="3439113178" sldId="371"/>
        </pc:sldMkLst>
      </pc:sldChg>
      <pc:sldChg chg="add ord">
        <pc:chgData name="Wen, Zhezhu" userId="df4bd854-1f52-42f8-920c-4cd305c9e4d4" providerId="ADAL" clId="{768F7D11-EE6F-4AE5-8AC0-355C3EE67131}" dt="2020-12-10T09:23:57.335" v="2315"/>
        <pc:sldMkLst>
          <pc:docMk/>
          <pc:sldMk cId="190790088" sldId="372"/>
        </pc:sldMkLst>
      </pc:sldChg>
      <pc:sldChg chg="del">
        <pc:chgData name="Wen, Zhezhu" userId="df4bd854-1f52-42f8-920c-4cd305c9e4d4" providerId="ADAL" clId="{768F7D11-EE6F-4AE5-8AC0-355C3EE67131}" dt="2020-12-09T18:59:23.306" v="226" actId="2696"/>
        <pc:sldMkLst>
          <pc:docMk/>
          <pc:sldMk cId="503107105" sldId="372"/>
        </pc:sldMkLst>
      </pc:sldChg>
      <pc:sldChg chg="del">
        <pc:chgData name="Wen, Zhezhu" userId="df4bd854-1f52-42f8-920c-4cd305c9e4d4" providerId="ADAL" clId="{768F7D11-EE6F-4AE5-8AC0-355C3EE67131}" dt="2020-12-09T18:59:23.341" v="227" actId="2696"/>
        <pc:sldMkLst>
          <pc:docMk/>
          <pc:sldMk cId="1099142566" sldId="373"/>
        </pc:sldMkLst>
      </pc:sldChg>
      <pc:sldChg chg="addSp delSp modSp add ord">
        <pc:chgData name="Wen, Zhezhu" userId="df4bd854-1f52-42f8-920c-4cd305c9e4d4" providerId="ADAL" clId="{768F7D11-EE6F-4AE5-8AC0-355C3EE67131}" dt="2020-12-10T12:33:13.962" v="6370" actId="1076"/>
        <pc:sldMkLst>
          <pc:docMk/>
          <pc:sldMk cId="2253152756" sldId="373"/>
        </pc:sldMkLst>
        <pc:picChg chg="add mod">
          <ac:chgData name="Wen, Zhezhu" userId="df4bd854-1f52-42f8-920c-4cd305c9e4d4" providerId="ADAL" clId="{768F7D11-EE6F-4AE5-8AC0-355C3EE67131}" dt="2020-12-10T12:33:13.962" v="6370" actId="1076"/>
          <ac:picMkLst>
            <pc:docMk/>
            <pc:sldMk cId="2253152756" sldId="373"/>
            <ac:picMk id="2" creationId="{280A180B-FB30-48A8-88A6-6A6F1600E996}"/>
          </ac:picMkLst>
        </pc:picChg>
        <pc:picChg chg="add mod">
          <ac:chgData name="Wen, Zhezhu" userId="df4bd854-1f52-42f8-920c-4cd305c9e4d4" providerId="ADAL" clId="{768F7D11-EE6F-4AE5-8AC0-355C3EE67131}" dt="2020-12-10T12:33:10.177" v="6368" actId="1076"/>
          <ac:picMkLst>
            <pc:docMk/>
            <pc:sldMk cId="2253152756" sldId="373"/>
            <ac:picMk id="3" creationId="{016AB44F-2D74-4CB1-BE2D-838A3852B678}"/>
          </ac:picMkLst>
        </pc:picChg>
        <pc:picChg chg="add mod">
          <ac:chgData name="Wen, Zhezhu" userId="df4bd854-1f52-42f8-920c-4cd305c9e4d4" providerId="ADAL" clId="{768F7D11-EE6F-4AE5-8AC0-355C3EE67131}" dt="2020-12-10T12:33:12.357" v="6369" actId="1076"/>
          <ac:picMkLst>
            <pc:docMk/>
            <pc:sldMk cId="2253152756" sldId="373"/>
            <ac:picMk id="4" creationId="{C9C56153-B51C-4FF7-9EE5-8F4AC11AA4DD}"/>
          </ac:picMkLst>
        </pc:picChg>
        <pc:picChg chg="del">
          <ac:chgData name="Wen, Zhezhu" userId="df4bd854-1f52-42f8-920c-4cd305c9e4d4" providerId="ADAL" clId="{768F7D11-EE6F-4AE5-8AC0-355C3EE67131}" dt="2020-12-10T11:10:31.788" v="4998" actId="478"/>
          <ac:picMkLst>
            <pc:docMk/>
            <pc:sldMk cId="2253152756" sldId="373"/>
            <ac:picMk id="8" creationId="{BA8D53DA-8047-4E67-B4C7-385348166B68}"/>
          </ac:picMkLst>
        </pc:picChg>
        <pc:picChg chg="del">
          <ac:chgData name="Wen, Zhezhu" userId="df4bd854-1f52-42f8-920c-4cd305c9e4d4" providerId="ADAL" clId="{768F7D11-EE6F-4AE5-8AC0-355C3EE67131}" dt="2020-12-10T11:10:31.788" v="4998" actId="478"/>
          <ac:picMkLst>
            <pc:docMk/>
            <pc:sldMk cId="2253152756" sldId="373"/>
            <ac:picMk id="9" creationId="{F42396D0-4EB0-4EB0-8FB7-B571F31F5399}"/>
          </ac:picMkLst>
        </pc:picChg>
        <pc:picChg chg="del">
          <ac:chgData name="Wen, Zhezhu" userId="df4bd854-1f52-42f8-920c-4cd305c9e4d4" providerId="ADAL" clId="{768F7D11-EE6F-4AE5-8AC0-355C3EE67131}" dt="2020-12-10T11:15:38.391" v="5007" actId="478"/>
          <ac:picMkLst>
            <pc:docMk/>
            <pc:sldMk cId="2253152756" sldId="373"/>
            <ac:picMk id="12" creationId="{2D74B0E8-65C6-49BC-997D-468DD5C52AD2}"/>
          </ac:picMkLst>
        </pc:picChg>
        <pc:picChg chg="del">
          <ac:chgData name="Wen, Zhezhu" userId="df4bd854-1f52-42f8-920c-4cd305c9e4d4" providerId="ADAL" clId="{768F7D11-EE6F-4AE5-8AC0-355C3EE67131}" dt="2020-12-10T11:11:09.651" v="5003" actId="478"/>
          <ac:picMkLst>
            <pc:docMk/>
            <pc:sldMk cId="2253152756" sldId="373"/>
            <ac:picMk id="13" creationId="{B4A17F36-7974-4EB2-A507-4F9635CD39E5}"/>
          </ac:picMkLst>
        </pc:picChg>
      </pc:sldChg>
      <pc:sldChg chg="add del">
        <pc:chgData name="Wen, Zhezhu" userId="df4bd854-1f52-42f8-920c-4cd305c9e4d4" providerId="ADAL" clId="{768F7D11-EE6F-4AE5-8AC0-355C3EE67131}" dt="2020-12-10T11:16:51.522" v="5018" actId="2696"/>
        <pc:sldMkLst>
          <pc:docMk/>
          <pc:sldMk cId="969481148" sldId="374"/>
        </pc:sldMkLst>
      </pc:sldChg>
      <pc:sldChg chg="add del">
        <pc:chgData name="Wen, Zhezhu" userId="df4bd854-1f52-42f8-920c-4cd305c9e4d4" providerId="ADAL" clId="{768F7D11-EE6F-4AE5-8AC0-355C3EE67131}" dt="2020-12-10T11:16:51.531" v="5019" actId="2696"/>
        <pc:sldMkLst>
          <pc:docMk/>
          <pc:sldMk cId="1200390669" sldId="375"/>
        </pc:sldMkLst>
      </pc:sldChg>
      <pc:sldChg chg="add del">
        <pc:chgData name="Wen, Zhezhu" userId="df4bd854-1f52-42f8-920c-4cd305c9e4d4" providerId="ADAL" clId="{768F7D11-EE6F-4AE5-8AC0-355C3EE67131}" dt="2020-12-10T11:16:51.541" v="5020" actId="2696"/>
        <pc:sldMkLst>
          <pc:docMk/>
          <pc:sldMk cId="645881961" sldId="376"/>
        </pc:sldMkLst>
      </pc:sldChg>
      <pc:sldChg chg="add del">
        <pc:chgData name="Wen, Zhezhu" userId="df4bd854-1f52-42f8-920c-4cd305c9e4d4" providerId="ADAL" clId="{768F7D11-EE6F-4AE5-8AC0-355C3EE67131}" dt="2020-12-10T11:16:51.548" v="5021" actId="2696"/>
        <pc:sldMkLst>
          <pc:docMk/>
          <pc:sldMk cId="287758978" sldId="377"/>
        </pc:sldMkLst>
      </pc:sldChg>
      <pc:sldChg chg="add del">
        <pc:chgData name="Wen, Zhezhu" userId="df4bd854-1f52-42f8-920c-4cd305c9e4d4" providerId="ADAL" clId="{768F7D11-EE6F-4AE5-8AC0-355C3EE67131}" dt="2020-12-10T11:49:04.616" v="5566" actId="2696"/>
        <pc:sldMkLst>
          <pc:docMk/>
          <pc:sldMk cId="2838441420" sldId="387"/>
        </pc:sldMkLst>
      </pc:sldChg>
      <pc:sldChg chg="add del">
        <pc:chgData name="Wen, Zhezhu" userId="df4bd854-1f52-42f8-920c-4cd305c9e4d4" providerId="ADAL" clId="{768F7D11-EE6F-4AE5-8AC0-355C3EE67131}" dt="2020-12-10T11:49:04.613" v="5565" actId="2696"/>
        <pc:sldMkLst>
          <pc:docMk/>
          <pc:sldMk cId="820093179" sldId="388"/>
        </pc:sldMkLst>
      </pc:sldChg>
      <pc:sldChg chg="addSp delSp modSp add ord delAnim modAnim">
        <pc:chgData name="Wen, Zhezhu" userId="df4bd854-1f52-42f8-920c-4cd305c9e4d4" providerId="ADAL" clId="{768F7D11-EE6F-4AE5-8AC0-355C3EE67131}" dt="2020-12-10T09:03:43.863" v="1813" actId="1076"/>
        <pc:sldMkLst>
          <pc:docMk/>
          <pc:sldMk cId="86323840" sldId="389"/>
        </pc:sldMkLst>
        <pc:spChg chg="mod">
          <ac:chgData name="Wen, Zhezhu" userId="df4bd854-1f52-42f8-920c-4cd305c9e4d4" providerId="ADAL" clId="{768F7D11-EE6F-4AE5-8AC0-355C3EE67131}" dt="2020-12-10T08:56:27.680" v="1613" actId="20577"/>
          <ac:spMkLst>
            <pc:docMk/>
            <pc:sldMk cId="86323840" sldId="389"/>
            <ac:spMk id="2" creationId="{C8175CD2-8112-4AC2-BE70-0C41093CA203}"/>
          </ac:spMkLst>
        </pc:spChg>
        <pc:spChg chg="del">
          <ac:chgData name="Wen, Zhezhu" userId="df4bd854-1f52-42f8-920c-4cd305c9e4d4" providerId="ADAL" clId="{768F7D11-EE6F-4AE5-8AC0-355C3EE67131}" dt="2020-12-10T04:51:33.750" v="644" actId="478"/>
          <ac:spMkLst>
            <pc:docMk/>
            <pc:sldMk cId="86323840" sldId="389"/>
            <ac:spMk id="3" creationId="{3A382B4A-C2AB-4F88-BA12-59EBAB80F35A}"/>
          </ac:spMkLst>
        </pc:spChg>
        <pc:spChg chg="add del mod">
          <ac:chgData name="Wen, Zhezhu" userId="df4bd854-1f52-42f8-920c-4cd305c9e4d4" providerId="ADAL" clId="{768F7D11-EE6F-4AE5-8AC0-355C3EE67131}" dt="2020-12-10T08:56:35.617" v="1614" actId="478"/>
          <ac:spMkLst>
            <pc:docMk/>
            <pc:sldMk cId="86323840" sldId="389"/>
            <ac:spMk id="6" creationId="{1D8C87B3-98C5-447E-A735-9615573728C7}"/>
          </ac:spMkLst>
        </pc:spChg>
        <pc:spChg chg="add mod">
          <ac:chgData name="Wen, Zhezhu" userId="df4bd854-1f52-42f8-920c-4cd305c9e4d4" providerId="ADAL" clId="{768F7D11-EE6F-4AE5-8AC0-355C3EE67131}" dt="2020-12-10T09:03:43.863" v="1813" actId="1076"/>
          <ac:spMkLst>
            <pc:docMk/>
            <pc:sldMk cId="86323840" sldId="389"/>
            <ac:spMk id="8" creationId="{872B5052-2260-4E09-88C5-43C7EFEDDE2B}"/>
          </ac:spMkLst>
        </pc:spChg>
        <pc:spChg chg="add mod">
          <ac:chgData name="Wen, Zhezhu" userId="df4bd854-1f52-42f8-920c-4cd305c9e4d4" providerId="ADAL" clId="{768F7D11-EE6F-4AE5-8AC0-355C3EE67131}" dt="2020-12-10T09:03:28.052" v="1808" actId="1076"/>
          <ac:spMkLst>
            <pc:docMk/>
            <pc:sldMk cId="86323840" sldId="389"/>
            <ac:spMk id="9" creationId="{C7257A63-37CB-4137-ADE2-6C32C6046947}"/>
          </ac:spMkLst>
        </pc:spChg>
        <pc:picChg chg="add mod">
          <ac:chgData name="Wen, Zhezhu" userId="df4bd854-1f52-42f8-920c-4cd305c9e4d4" providerId="ADAL" clId="{768F7D11-EE6F-4AE5-8AC0-355C3EE67131}" dt="2020-12-10T08:58:07.382" v="1649" actId="1076"/>
          <ac:picMkLst>
            <pc:docMk/>
            <pc:sldMk cId="86323840" sldId="389"/>
            <ac:picMk id="4" creationId="{7AF4B149-6A87-46B3-BD84-8F42DE6BE52F}"/>
          </ac:picMkLst>
        </pc:picChg>
        <pc:picChg chg="add mod">
          <ac:chgData name="Wen, Zhezhu" userId="df4bd854-1f52-42f8-920c-4cd305c9e4d4" providerId="ADAL" clId="{768F7D11-EE6F-4AE5-8AC0-355C3EE67131}" dt="2020-12-10T08:48:47.069" v="1101" actId="1076"/>
          <ac:picMkLst>
            <pc:docMk/>
            <pc:sldMk cId="86323840" sldId="389"/>
            <ac:picMk id="5" creationId="{C51E4B85-42A0-4770-BE03-02172DE9ED83}"/>
          </ac:picMkLst>
        </pc:picChg>
        <pc:picChg chg="add mod">
          <ac:chgData name="Wen, Zhezhu" userId="df4bd854-1f52-42f8-920c-4cd305c9e4d4" providerId="ADAL" clId="{768F7D11-EE6F-4AE5-8AC0-355C3EE67131}" dt="2020-12-10T08:59:23.622" v="1792" actId="1076"/>
          <ac:picMkLst>
            <pc:docMk/>
            <pc:sldMk cId="86323840" sldId="389"/>
            <ac:picMk id="7" creationId="{6029471E-9D0D-4192-9976-617F32F9E4E1}"/>
          </ac:picMkLst>
        </pc:picChg>
      </pc:sldChg>
      <pc:sldChg chg="addSp delSp modSp add">
        <pc:chgData name="Wen, Zhezhu" userId="df4bd854-1f52-42f8-920c-4cd305c9e4d4" providerId="ADAL" clId="{768F7D11-EE6F-4AE5-8AC0-355C3EE67131}" dt="2020-12-10T10:08:37.223" v="3122" actId="20577"/>
        <pc:sldMkLst>
          <pc:docMk/>
          <pc:sldMk cId="1987648062" sldId="390"/>
        </pc:sldMkLst>
        <pc:spChg chg="mod">
          <ac:chgData name="Wen, Zhezhu" userId="df4bd854-1f52-42f8-920c-4cd305c9e4d4" providerId="ADAL" clId="{768F7D11-EE6F-4AE5-8AC0-355C3EE67131}" dt="2020-12-10T09:23:50.637" v="2314" actId="20577"/>
          <ac:spMkLst>
            <pc:docMk/>
            <pc:sldMk cId="1987648062" sldId="390"/>
            <ac:spMk id="2" creationId="{313CF153-A1D4-444A-AD51-34619AD48BF8}"/>
          </ac:spMkLst>
        </pc:spChg>
        <pc:spChg chg="del">
          <ac:chgData name="Wen, Zhezhu" userId="df4bd854-1f52-42f8-920c-4cd305c9e4d4" providerId="ADAL" clId="{768F7D11-EE6F-4AE5-8AC0-355C3EE67131}" dt="2020-12-10T04:53:25.700" v="683" actId="478"/>
          <ac:spMkLst>
            <pc:docMk/>
            <pc:sldMk cId="1987648062" sldId="390"/>
            <ac:spMk id="3" creationId="{9A4DF5E1-1000-44C1-8545-B4C4146F87DC}"/>
          </ac:spMkLst>
        </pc:spChg>
        <pc:spChg chg="add mod">
          <ac:chgData name="Wen, Zhezhu" userId="df4bd854-1f52-42f8-920c-4cd305c9e4d4" providerId="ADAL" clId="{768F7D11-EE6F-4AE5-8AC0-355C3EE67131}" dt="2020-12-10T10:02:00.329" v="2701" actId="1076"/>
          <ac:spMkLst>
            <pc:docMk/>
            <pc:sldMk cId="1987648062" sldId="390"/>
            <ac:spMk id="4" creationId="{322A307E-D777-4C93-AC59-1FFE77CDA4D1}"/>
          </ac:spMkLst>
        </pc:spChg>
        <pc:spChg chg="add del mod">
          <ac:chgData name="Wen, Zhezhu" userId="df4bd854-1f52-42f8-920c-4cd305c9e4d4" providerId="ADAL" clId="{768F7D11-EE6F-4AE5-8AC0-355C3EE67131}" dt="2020-12-10T09:18:43.658" v="2031" actId="478"/>
          <ac:spMkLst>
            <pc:docMk/>
            <pc:sldMk cId="1987648062" sldId="390"/>
            <ac:spMk id="5" creationId="{0AE2B2B6-9491-4248-8EFC-F8C0B49ED93F}"/>
          </ac:spMkLst>
        </pc:spChg>
        <pc:spChg chg="add del mod">
          <ac:chgData name="Wen, Zhezhu" userId="df4bd854-1f52-42f8-920c-4cd305c9e4d4" providerId="ADAL" clId="{768F7D11-EE6F-4AE5-8AC0-355C3EE67131}" dt="2020-12-10T09:18:43.658" v="2031" actId="478"/>
          <ac:spMkLst>
            <pc:docMk/>
            <pc:sldMk cId="1987648062" sldId="390"/>
            <ac:spMk id="6" creationId="{FD7CD73D-ED6E-46AB-BDF3-A0EAB608BA07}"/>
          </ac:spMkLst>
        </pc:spChg>
        <pc:spChg chg="add mod">
          <ac:chgData name="Wen, Zhezhu" userId="df4bd854-1f52-42f8-920c-4cd305c9e4d4" providerId="ADAL" clId="{768F7D11-EE6F-4AE5-8AC0-355C3EE67131}" dt="2020-12-10T10:02:00.329" v="2701" actId="1076"/>
          <ac:spMkLst>
            <pc:docMk/>
            <pc:sldMk cId="1987648062" sldId="390"/>
            <ac:spMk id="7" creationId="{C34C8CAF-90C6-4015-97A4-6D9264E40DF7}"/>
          </ac:spMkLst>
        </pc:spChg>
        <pc:spChg chg="add mod">
          <ac:chgData name="Wen, Zhezhu" userId="df4bd854-1f52-42f8-920c-4cd305c9e4d4" providerId="ADAL" clId="{768F7D11-EE6F-4AE5-8AC0-355C3EE67131}" dt="2020-12-10T10:02:00.329" v="2701" actId="1076"/>
          <ac:spMkLst>
            <pc:docMk/>
            <pc:sldMk cId="1987648062" sldId="390"/>
            <ac:spMk id="8" creationId="{F735D710-F98D-4CA0-AE23-FE7F4718AE9C}"/>
          </ac:spMkLst>
        </pc:spChg>
        <pc:spChg chg="add mod">
          <ac:chgData name="Wen, Zhezhu" userId="df4bd854-1f52-42f8-920c-4cd305c9e4d4" providerId="ADAL" clId="{768F7D11-EE6F-4AE5-8AC0-355C3EE67131}" dt="2020-12-10T10:02:00.329" v="2701" actId="1076"/>
          <ac:spMkLst>
            <pc:docMk/>
            <pc:sldMk cId="1987648062" sldId="390"/>
            <ac:spMk id="9" creationId="{C8A1368E-2FE2-408C-8ED9-81FC9A985154}"/>
          </ac:spMkLst>
        </pc:spChg>
        <pc:spChg chg="add mod">
          <ac:chgData name="Wen, Zhezhu" userId="df4bd854-1f52-42f8-920c-4cd305c9e4d4" providerId="ADAL" clId="{768F7D11-EE6F-4AE5-8AC0-355C3EE67131}" dt="2020-12-10T10:02:00.329" v="2701" actId="1076"/>
          <ac:spMkLst>
            <pc:docMk/>
            <pc:sldMk cId="1987648062" sldId="390"/>
            <ac:spMk id="10" creationId="{F7615A2E-F89B-4901-A4BC-8279E3802923}"/>
          </ac:spMkLst>
        </pc:spChg>
        <pc:spChg chg="add mod ord">
          <ac:chgData name="Wen, Zhezhu" userId="df4bd854-1f52-42f8-920c-4cd305c9e4d4" providerId="ADAL" clId="{768F7D11-EE6F-4AE5-8AC0-355C3EE67131}" dt="2020-12-10T10:02:00.329" v="2701" actId="1076"/>
          <ac:spMkLst>
            <pc:docMk/>
            <pc:sldMk cId="1987648062" sldId="390"/>
            <ac:spMk id="32" creationId="{18A681BE-9772-4CEF-978F-44E4EE93C87A}"/>
          </ac:spMkLst>
        </pc:spChg>
        <pc:spChg chg="add mod ord">
          <ac:chgData name="Wen, Zhezhu" userId="df4bd854-1f52-42f8-920c-4cd305c9e4d4" providerId="ADAL" clId="{768F7D11-EE6F-4AE5-8AC0-355C3EE67131}" dt="2020-12-10T10:02:00.329" v="2701" actId="1076"/>
          <ac:spMkLst>
            <pc:docMk/>
            <pc:sldMk cId="1987648062" sldId="390"/>
            <ac:spMk id="33" creationId="{FF152075-49CA-496C-BD08-3BE0B09F8254}"/>
          </ac:spMkLst>
        </pc:spChg>
        <pc:spChg chg="add mod">
          <ac:chgData name="Wen, Zhezhu" userId="df4bd854-1f52-42f8-920c-4cd305c9e4d4" providerId="ADAL" clId="{768F7D11-EE6F-4AE5-8AC0-355C3EE67131}" dt="2020-12-10T10:04:27.752" v="2840" actId="14100"/>
          <ac:spMkLst>
            <pc:docMk/>
            <pc:sldMk cId="1987648062" sldId="390"/>
            <ac:spMk id="34" creationId="{E3B468AD-48C8-435E-8717-A0DD68E824B5}"/>
          </ac:spMkLst>
        </pc:spChg>
        <pc:spChg chg="add mod">
          <ac:chgData name="Wen, Zhezhu" userId="df4bd854-1f52-42f8-920c-4cd305c9e4d4" providerId="ADAL" clId="{768F7D11-EE6F-4AE5-8AC0-355C3EE67131}" dt="2020-12-10T10:04:20.580" v="2839" actId="1076"/>
          <ac:spMkLst>
            <pc:docMk/>
            <pc:sldMk cId="1987648062" sldId="390"/>
            <ac:spMk id="39" creationId="{555E4601-4DC4-434B-B81C-E5BF295EDFC4}"/>
          </ac:spMkLst>
        </pc:spChg>
        <pc:spChg chg="add mod">
          <ac:chgData name="Wen, Zhezhu" userId="df4bd854-1f52-42f8-920c-4cd305c9e4d4" providerId="ADAL" clId="{768F7D11-EE6F-4AE5-8AC0-355C3EE67131}" dt="2020-12-10T10:07:26.970" v="2987" actId="20577"/>
          <ac:spMkLst>
            <pc:docMk/>
            <pc:sldMk cId="1987648062" sldId="390"/>
            <ac:spMk id="40" creationId="{AA83B0F2-04F8-4DF4-B720-77C6F7083854}"/>
          </ac:spMkLst>
        </pc:spChg>
        <pc:spChg chg="add mod">
          <ac:chgData name="Wen, Zhezhu" userId="df4bd854-1f52-42f8-920c-4cd305c9e4d4" providerId="ADAL" clId="{768F7D11-EE6F-4AE5-8AC0-355C3EE67131}" dt="2020-12-10T10:08:37.223" v="3122" actId="20577"/>
          <ac:spMkLst>
            <pc:docMk/>
            <pc:sldMk cId="1987648062" sldId="390"/>
            <ac:spMk id="41" creationId="{F0EB2A8D-2984-4C2D-960A-246F1E3EC585}"/>
          </ac:spMkLst>
        </pc:spChg>
        <pc:picChg chg="add del">
          <ac:chgData name="Wen, Zhezhu" userId="df4bd854-1f52-42f8-920c-4cd305c9e4d4" providerId="ADAL" clId="{768F7D11-EE6F-4AE5-8AC0-355C3EE67131}" dt="2020-12-10T09:55:31.898" v="2366"/>
          <ac:picMkLst>
            <pc:docMk/>
            <pc:sldMk cId="1987648062" sldId="390"/>
            <ac:picMk id="31" creationId="{EDEEEE21-72F7-4B02-95E6-3CB3874FFEC0}"/>
          </ac:picMkLst>
        </pc:picChg>
        <pc:cxnChg chg="add del mod">
          <ac:chgData name="Wen, Zhezhu" userId="df4bd854-1f52-42f8-920c-4cd305c9e4d4" providerId="ADAL" clId="{768F7D11-EE6F-4AE5-8AC0-355C3EE67131}" dt="2020-12-10T09:22:41.308" v="2250" actId="478"/>
          <ac:cxnSpMkLst>
            <pc:docMk/>
            <pc:sldMk cId="1987648062" sldId="390"/>
            <ac:cxnSpMk id="12" creationId="{D0BA3EA9-604F-432A-9A9E-ED926447E49E}"/>
          </ac:cxnSpMkLst>
        </pc:cxnChg>
        <pc:cxnChg chg="add mod">
          <ac:chgData name="Wen, Zhezhu" userId="df4bd854-1f52-42f8-920c-4cd305c9e4d4" providerId="ADAL" clId="{768F7D11-EE6F-4AE5-8AC0-355C3EE67131}" dt="2020-12-10T10:02:00.329" v="2701" actId="1076"/>
          <ac:cxnSpMkLst>
            <pc:docMk/>
            <pc:sldMk cId="1987648062" sldId="390"/>
            <ac:cxnSpMk id="13" creationId="{0FE49575-FC61-47E7-8ED2-30DA34F2AE3A}"/>
          </ac:cxnSpMkLst>
        </pc:cxnChg>
        <pc:cxnChg chg="add mod">
          <ac:chgData name="Wen, Zhezhu" userId="df4bd854-1f52-42f8-920c-4cd305c9e4d4" providerId="ADAL" clId="{768F7D11-EE6F-4AE5-8AC0-355C3EE67131}" dt="2020-12-10T10:02:00.329" v="2701" actId="1076"/>
          <ac:cxnSpMkLst>
            <pc:docMk/>
            <pc:sldMk cId="1987648062" sldId="390"/>
            <ac:cxnSpMk id="16" creationId="{2E8C56BF-31DA-4E7F-B15A-2FB2FBAB9891}"/>
          </ac:cxnSpMkLst>
        </pc:cxnChg>
        <pc:cxnChg chg="add mod">
          <ac:chgData name="Wen, Zhezhu" userId="df4bd854-1f52-42f8-920c-4cd305c9e4d4" providerId="ADAL" clId="{768F7D11-EE6F-4AE5-8AC0-355C3EE67131}" dt="2020-12-10T10:02:00.329" v="2701" actId="1076"/>
          <ac:cxnSpMkLst>
            <pc:docMk/>
            <pc:sldMk cId="1987648062" sldId="390"/>
            <ac:cxnSpMk id="19" creationId="{872CDFB9-CA4F-43D1-8941-AE0BCD7F716F}"/>
          </ac:cxnSpMkLst>
        </pc:cxnChg>
        <pc:cxnChg chg="add mod">
          <ac:chgData name="Wen, Zhezhu" userId="df4bd854-1f52-42f8-920c-4cd305c9e4d4" providerId="ADAL" clId="{768F7D11-EE6F-4AE5-8AC0-355C3EE67131}" dt="2020-12-10T10:02:00.329" v="2701" actId="1076"/>
          <ac:cxnSpMkLst>
            <pc:docMk/>
            <pc:sldMk cId="1987648062" sldId="390"/>
            <ac:cxnSpMk id="22" creationId="{C704074F-01A9-4D1C-8FE5-503E977E9875}"/>
          </ac:cxnSpMkLst>
        </pc:cxnChg>
      </pc:sldChg>
      <pc:sldChg chg="addSp modSp add del ord">
        <pc:chgData name="Wen, Zhezhu" userId="df4bd854-1f52-42f8-920c-4cd305c9e4d4" providerId="ADAL" clId="{768F7D11-EE6F-4AE5-8AC0-355C3EE67131}" dt="2020-12-10T09:00:39.725" v="1801" actId="2696"/>
        <pc:sldMkLst>
          <pc:docMk/>
          <pc:sldMk cId="918416574" sldId="391"/>
        </pc:sldMkLst>
        <pc:picChg chg="add mod">
          <ac:chgData name="Wen, Zhezhu" userId="df4bd854-1f52-42f8-920c-4cd305c9e4d4" providerId="ADAL" clId="{768F7D11-EE6F-4AE5-8AC0-355C3EE67131}" dt="2020-12-10T04:59:48.883" v="722" actId="1076"/>
          <ac:picMkLst>
            <pc:docMk/>
            <pc:sldMk cId="918416574" sldId="391"/>
            <ac:picMk id="4" creationId="{A37573C2-2395-48C1-A228-E7BB4725A99B}"/>
          </ac:picMkLst>
        </pc:picChg>
      </pc:sldChg>
      <pc:sldChg chg="addSp modSp add">
        <pc:chgData name="Wen, Zhezhu" userId="df4bd854-1f52-42f8-920c-4cd305c9e4d4" providerId="ADAL" clId="{768F7D11-EE6F-4AE5-8AC0-355C3EE67131}" dt="2020-12-10T11:48:40.128" v="5536" actId="20577"/>
        <pc:sldMkLst>
          <pc:docMk/>
          <pc:sldMk cId="307638951" sldId="392"/>
        </pc:sldMkLst>
        <pc:spChg chg="mod">
          <ac:chgData name="Wen, Zhezhu" userId="df4bd854-1f52-42f8-920c-4cd305c9e4d4" providerId="ADAL" clId="{768F7D11-EE6F-4AE5-8AC0-355C3EE67131}" dt="2020-12-10T11:48:40.128" v="5536" actId="20577"/>
          <ac:spMkLst>
            <pc:docMk/>
            <pc:sldMk cId="307638951" sldId="392"/>
            <ac:spMk id="2" creationId="{DA45CCE9-6DAB-4806-B632-8BFD2D1D464F}"/>
          </ac:spMkLst>
        </pc:spChg>
        <pc:picChg chg="add mod">
          <ac:chgData name="Wen, Zhezhu" userId="df4bd854-1f52-42f8-920c-4cd305c9e4d4" providerId="ADAL" clId="{768F7D11-EE6F-4AE5-8AC0-355C3EE67131}" dt="2020-12-10T05:06:43.540" v="734" actId="1076"/>
          <ac:picMkLst>
            <pc:docMk/>
            <pc:sldMk cId="307638951" sldId="392"/>
            <ac:picMk id="4" creationId="{0B569ECC-1352-4270-98FE-BF0148B24542}"/>
          </ac:picMkLst>
        </pc:picChg>
        <pc:picChg chg="add mod">
          <ac:chgData name="Wen, Zhezhu" userId="df4bd854-1f52-42f8-920c-4cd305c9e4d4" providerId="ADAL" clId="{768F7D11-EE6F-4AE5-8AC0-355C3EE67131}" dt="2020-12-10T05:06:45.040" v="735" actId="1076"/>
          <ac:picMkLst>
            <pc:docMk/>
            <pc:sldMk cId="307638951" sldId="392"/>
            <ac:picMk id="5" creationId="{E7448F61-B645-4A06-AF66-4285B4AD6744}"/>
          </ac:picMkLst>
        </pc:picChg>
      </pc:sldChg>
      <pc:sldChg chg="modSp add modAnim">
        <pc:chgData name="Wen, Zhezhu" userId="df4bd854-1f52-42f8-920c-4cd305c9e4d4" providerId="ADAL" clId="{768F7D11-EE6F-4AE5-8AC0-355C3EE67131}" dt="2020-12-10T14:20:10.225" v="7228" actId="13926"/>
        <pc:sldMkLst>
          <pc:docMk/>
          <pc:sldMk cId="1613117430" sldId="393"/>
        </pc:sldMkLst>
        <pc:spChg chg="mod">
          <ac:chgData name="Wen, Zhezhu" userId="df4bd854-1f52-42f8-920c-4cd305c9e4d4" providerId="ADAL" clId="{768F7D11-EE6F-4AE5-8AC0-355C3EE67131}" dt="2020-12-10T08:43:07.312" v="966" actId="20577"/>
          <ac:spMkLst>
            <pc:docMk/>
            <pc:sldMk cId="1613117430" sldId="393"/>
            <ac:spMk id="2" creationId="{B68C9239-CB8B-4ABD-A4F4-1EAA8556CF49}"/>
          </ac:spMkLst>
        </pc:spChg>
        <pc:spChg chg="mod">
          <ac:chgData name="Wen, Zhezhu" userId="df4bd854-1f52-42f8-920c-4cd305c9e4d4" providerId="ADAL" clId="{768F7D11-EE6F-4AE5-8AC0-355C3EE67131}" dt="2020-12-10T14:20:10.225" v="7228" actId="13926"/>
          <ac:spMkLst>
            <pc:docMk/>
            <pc:sldMk cId="1613117430" sldId="393"/>
            <ac:spMk id="3" creationId="{3E30DA0E-52BA-4E2B-83DB-1F7C01C12DF9}"/>
          </ac:spMkLst>
        </pc:spChg>
      </pc:sldChg>
      <pc:sldChg chg="modSp add">
        <pc:chgData name="Wen, Zhezhu" userId="df4bd854-1f52-42f8-920c-4cd305c9e4d4" providerId="ADAL" clId="{768F7D11-EE6F-4AE5-8AC0-355C3EE67131}" dt="2020-12-10T12:32:31.180" v="6367" actId="20577"/>
        <pc:sldMkLst>
          <pc:docMk/>
          <pc:sldMk cId="877276434" sldId="394"/>
        </pc:sldMkLst>
        <pc:spChg chg="mod">
          <ac:chgData name="Wen, Zhezhu" userId="df4bd854-1f52-42f8-920c-4cd305c9e4d4" providerId="ADAL" clId="{768F7D11-EE6F-4AE5-8AC0-355C3EE67131}" dt="2020-12-10T08:54:20.076" v="1514" actId="20577"/>
          <ac:spMkLst>
            <pc:docMk/>
            <pc:sldMk cId="877276434" sldId="394"/>
            <ac:spMk id="2" creationId="{9E9E7C03-6C00-499F-A643-3E536CCDF3E8}"/>
          </ac:spMkLst>
        </pc:spChg>
        <pc:spChg chg="mod">
          <ac:chgData name="Wen, Zhezhu" userId="df4bd854-1f52-42f8-920c-4cd305c9e4d4" providerId="ADAL" clId="{768F7D11-EE6F-4AE5-8AC0-355C3EE67131}" dt="2020-12-10T12:32:31.180" v="6367" actId="20577"/>
          <ac:spMkLst>
            <pc:docMk/>
            <pc:sldMk cId="877276434" sldId="394"/>
            <ac:spMk id="3" creationId="{028C1F2F-17FB-4A64-AD1C-873775A68869}"/>
          </ac:spMkLst>
        </pc:spChg>
      </pc:sldChg>
      <pc:sldChg chg="modSp add del">
        <pc:chgData name="Wen, Zhezhu" userId="df4bd854-1f52-42f8-920c-4cd305c9e4d4" providerId="ADAL" clId="{768F7D11-EE6F-4AE5-8AC0-355C3EE67131}" dt="2020-12-10T11:05:21.653" v="4832" actId="2696"/>
        <pc:sldMkLst>
          <pc:docMk/>
          <pc:sldMk cId="4036441218" sldId="395"/>
        </pc:sldMkLst>
        <pc:spChg chg="mod">
          <ac:chgData name="Wen, Zhezhu" userId="df4bd854-1f52-42f8-920c-4cd305c9e4d4" providerId="ADAL" clId="{768F7D11-EE6F-4AE5-8AC0-355C3EE67131}" dt="2020-12-10T09:26:17.766" v="2336" actId="20577"/>
          <ac:spMkLst>
            <pc:docMk/>
            <pc:sldMk cId="4036441218" sldId="395"/>
            <ac:spMk id="2" creationId="{5712E408-142D-4DF4-9D12-E2EEA584B196}"/>
          </ac:spMkLst>
        </pc:spChg>
      </pc:sldChg>
      <pc:sldChg chg="addSp delSp modSp add">
        <pc:chgData name="Wen, Zhezhu" userId="df4bd854-1f52-42f8-920c-4cd305c9e4d4" providerId="ADAL" clId="{768F7D11-EE6F-4AE5-8AC0-355C3EE67131}" dt="2020-12-10T11:48:10.107" v="5465" actId="20577"/>
        <pc:sldMkLst>
          <pc:docMk/>
          <pc:sldMk cId="1931476958" sldId="396"/>
        </pc:sldMkLst>
        <pc:spChg chg="mod">
          <ac:chgData name="Wen, Zhezhu" userId="df4bd854-1f52-42f8-920c-4cd305c9e4d4" providerId="ADAL" clId="{768F7D11-EE6F-4AE5-8AC0-355C3EE67131}" dt="2020-12-10T11:26:23.006" v="5094" actId="20577"/>
          <ac:spMkLst>
            <pc:docMk/>
            <pc:sldMk cId="1931476958" sldId="396"/>
            <ac:spMk id="2" creationId="{E059F44D-8172-4E31-A201-3B18341368E4}"/>
          </ac:spMkLst>
        </pc:spChg>
        <pc:spChg chg="mod">
          <ac:chgData name="Wen, Zhezhu" userId="df4bd854-1f52-42f8-920c-4cd305c9e4d4" providerId="ADAL" clId="{768F7D11-EE6F-4AE5-8AC0-355C3EE67131}" dt="2020-12-10T11:48:10.107" v="5465" actId="20577"/>
          <ac:spMkLst>
            <pc:docMk/>
            <pc:sldMk cId="1931476958" sldId="396"/>
            <ac:spMk id="3" creationId="{9D2A21CD-8A06-4AD3-B36E-81AADE3F1DF5}"/>
          </ac:spMkLst>
        </pc:spChg>
        <pc:graphicFrameChg chg="add del">
          <ac:chgData name="Wen, Zhezhu" userId="df4bd854-1f52-42f8-920c-4cd305c9e4d4" providerId="ADAL" clId="{768F7D11-EE6F-4AE5-8AC0-355C3EE67131}" dt="2020-12-10T11:25:59.304" v="5082"/>
          <ac:graphicFrameMkLst>
            <pc:docMk/>
            <pc:sldMk cId="1931476958" sldId="396"/>
            <ac:graphicFrameMk id="4" creationId="{A9C90DDD-989E-48B1-A600-2426E45080DF}"/>
          </ac:graphicFrameMkLst>
        </pc:graphicFrameChg>
        <pc:picChg chg="add mod modCrop">
          <ac:chgData name="Wen, Zhezhu" userId="df4bd854-1f52-42f8-920c-4cd305c9e4d4" providerId="ADAL" clId="{768F7D11-EE6F-4AE5-8AC0-355C3EE67131}" dt="2020-12-10T11:47:06.818" v="5254" actId="14100"/>
          <ac:picMkLst>
            <pc:docMk/>
            <pc:sldMk cId="1931476958" sldId="396"/>
            <ac:picMk id="5" creationId="{30986F45-0228-435E-93D8-68603FE9DDE5}"/>
          </ac:picMkLst>
        </pc:picChg>
        <pc:picChg chg="add mod modCrop">
          <ac:chgData name="Wen, Zhezhu" userId="df4bd854-1f52-42f8-920c-4cd305c9e4d4" providerId="ADAL" clId="{768F7D11-EE6F-4AE5-8AC0-355C3EE67131}" dt="2020-12-10T11:47:17.489" v="5256" actId="732"/>
          <ac:picMkLst>
            <pc:docMk/>
            <pc:sldMk cId="1931476958" sldId="396"/>
            <ac:picMk id="6" creationId="{D353743C-9BB2-4019-A09B-E1047AE83113}"/>
          </ac:picMkLst>
        </pc:picChg>
      </pc:sldChg>
      <pc:sldChg chg="add del">
        <pc:chgData name="Wen, Zhezhu" userId="df4bd854-1f52-42f8-920c-4cd305c9e4d4" providerId="ADAL" clId="{768F7D11-EE6F-4AE5-8AC0-355C3EE67131}" dt="2020-12-10T09:57:00.765" v="2403" actId="2696"/>
        <pc:sldMkLst>
          <pc:docMk/>
          <pc:sldMk cId="239846128" sldId="397"/>
        </pc:sldMkLst>
      </pc:sldChg>
      <pc:sldChg chg="addSp delSp modSp add">
        <pc:chgData name="Wen, Zhezhu" userId="df4bd854-1f52-42f8-920c-4cd305c9e4d4" providerId="ADAL" clId="{768F7D11-EE6F-4AE5-8AC0-355C3EE67131}" dt="2020-12-10T10:37:52.425" v="3431" actId="20577"/>
        <pc:sldMkLst>
          <pc:docMk/>
          <pc:sldMk cId="3255629095" sldId="398"/>
        </pc:sldMkLst>
        <pc:spChg chg="mod">
          <ac:chgData name="Wen, Zhezhu" userId="df4bd854-1f52-42f8-920c-4cd305c9e4d4" providerId="ADAL" clId="{768F7D11-EE6F-4AE5-8AC0-355C3EE67131}" dt="2020-12-10T09:57:06.219" v="2410" actId="20577"/>
          <ac:spMkLst>
            <pc:docMk/>
            <pc:sldMk cId="3255629095" sldId="398"/>
            <ac:spMk id="2" creationId="{313CF153-A1D4-444A-AD51-34619AD48BF8}"/>
          </ac:spMkLst>
        </pc:spChg>
        <pc:spChg chg="mod">
          <ac:chgData name="Wen, Zhezhu" userId="df4bd854-1f52-42f8-920c-4cd305c9e4d4" providerId="ADAL" clId="{768F7D11-EE6F-4AE5-8AC0-355C3EE67131}" dt="2020-12-10T09:57:38.433" v="2462" actId="20577"/>
          <ac:spMkLst>
            <pc:docMk/>
            <pc:sldMk cId="3255629095" sldId="398"/>
            <ac:spMk id="4" creationId="{322A307E-D777-4C93-AC59-1FFE77CDA4D1}"/>
          </ac:spMkLst>
        </pc:spChg>
        <pc:spChg chg="mod">
          <ac:chgData name="Wen, Zhezhu" userId="df4bd854-1f52-42f8-920c-4cd305c9e4d4" providerId="ADAL" clId="{768F7D11-EE6F-4AE5-8AC0-355C3EE67131}" dt="2020-12-10T09:58:48.834" v="2487" actId="1076"/>
          <ac:spMkLst>
            <pc:docMk/>
            <pc:sldMk cId="3255629095" sldId="398"/>
            <ac:spMk id="7" creationId="{C34C8CAF-90C6-4015-97A4-6D9264E40DF7}"/>
          </ac:spMkLst>
        </pc:spChg>
        <pc:spChg chg="del">
          <ac:chgData name="Wen, Zhezhu" userId="df4bd854-1f52-42f8-920c-4cd305c9e4d4" providerId="ADAL" clId="{768F7D11-EE6F-4AE5-8AC0-355C3EE67131}" dt="2020-12-10T09:57:12.558" v="2411" actId="478"/>
          <ac:spMkLst>
            <pc:docMk/>
            <pc:sldMk cId="3255629095" sldId="398"/>
            <ac:spMk id="8" creationId="{F735D710-F98D-4CA0-AE23-FE7F4718AE9C}"/>
          </ac:spMkLst>
        </pc:spChg>
        <pc:spChg chg="del">
          <ac:chgData name="Wen, Zhezhu" userId="df4bd854-1f52-42f8-920c-4cd305c9e4d4" providerId="ADAL" clId="{768F7D11-EE6F-4AE5-8AC0-355C3EE67131}" dt="2020-12-10T09:57:16.539" v="2413" actId="478"/>
          <ac:spMkLst>
            <pc:docMk/>
            <pc:sldMk cId="3255629095" sldId="398"/>
            <ac:spMk id="9" creationId="{C8A1368E-2FE2-408C-8ED9-81FC9A985154}"/>
          </ac:spMkLst>
        </pc:spChg>
        <pc:spChg chg="mod">
          <ac:chgData name="Wen, Zhezhu" userId="df4bd854-1f52-42f8-920c-4cd305c9e4d4" providerId="ADAL" clId="{768F7D11-EE6F-4AE5-8AC0-355C3EE67131}" dt="2020-12-10T09:58:54.702" v="2488" actId="20577"/>
          <ac:spMkLst>
            <pc:docMk/>
            <pc:sldMk cId="3255629095" sldId="398"/>
            <ac:spMk id="10" creationId="{F7615A2E-F89B-4901-A4BC-8279E3802923}"/>
          </ac:spMkLst>
        </pc:spChg>
        <pc:spChg chg="add mod">
          <ac:chgData name="Wen, Zhezhu" userId="df4bd854-1f52-42f8-920c-4cd305c9e4d4" providerId="ADAL" clId="{768F7D11-EE6F-4AE5-8AC0-355C3EE67131}" dt="2020-12-10T10:36:48.004" v="3282" actId="20577"/>
          <ac:spMkLst>
            <pc:docMk/>
            <pc:sldMk cId="3255629095" sldId="398"/>
            <ac:spMk id="23" creationId="{ACF7F234-C7F7-4137-A949-1DED92A9E137}"/>
          </ac:spMkLst>
        </pc:spChg>
        <pc:spChg chg="add mod">
          <ac:chgData name="Wen, Zhezhu" userId="df4bd854-1f52-42f8-920c-4cd305c9e4d4" providerId="ADAL" clId="{768F7D11-EE6F-4AE5-8AC0-355C3EE67131}" dt="2020-12-10T10:37:52.425" v="3431" actId="20577"/>
          <ac:spMkLst>
            <pc:docMk/>
            <pc:sldMk cId="3255629095" sldId="398"/>
            <ac:spMk id="24" creationId="{515A72C2-0E7E-4579-8CBD-D6324AB8095C}"/>
          </ac:spMkLst>
        </pc:spChg>
        <pc:spChg chg="del mod">
          <ac:chgData name="Wen, Zhezhu" userId="df4bd854-1f52-42f8-920c-4cd305c9e4d4" providerId="ADAL" clId="{768F7D11-EE6F-4AE5-8AC0-355C3EE67131}" dt="2020-12-10T09:58:42.972" v="2484" actId="478"/>
          <ac:spMkLst>
            <pc:docMk/>
            <pc:sldMk cId="3255629095" sldId="398"/>
            <ac:spMk id="32" creationId="{18A681BE-9772-4CEF-978F-44E4EE93C87A}"/>
          </ac:spMkLst>
        </pc:spChg>
        <pc:spChg chg="del mod">
          <ac:chgData name="Wen, Zhezhu" userId="df4bd854-1f52-42f8-920c-4cd305c9e4d4" providerId="ADAL" clId="{768F7D11-EE6F-4AE5-8AC0-355C3EE67131}" dt="2020-12-10T09:58:44.030" v="2486" actId="478"/>
          <ac:spMkLst>
            <pc:docMk/>
            <pc:sldMk cId="3255629095" sldId="398"/>
            <ac:spMk id="33" creationId="{FF152075-49CA-496C-BD08-3BE0B09F8254}"/>
          </ac:spMkLst>
        </pc:spChg>
        <pc:cxnChg chg="mod">
          <ac:chgData name="Wen, Zhezhu" userId="df4bd854-1f52-42f8-920c-4cd305c9e4d4" providerId="ADAL" clId="{768F7D11-EE6F-4AE5-8AC0-355C3EE67131}" dt="2020-12-10T09:58:48.834" v="2487" actId="1076"/>
          <ac:cxnSpMkLst>
            <pc:docMk/>
            <pc:sldMk cId="3255629095" sldId="398"/>
            <ac:cxnSpMk id="13" creationId="{0FE49575-FC61-47E7-8ED2-30DA34F2AE3A}"/>
          </ac:cxnSpMkLst>
        </pc:cxnChg>
        <pc:cxnChg chg="del mod">
          <ac:chgData name="Wen, Zhezhu" userId="df4bd854-1f52-42f8-920c-4cd305c9e4d4" providerId="ADAL" clId="{768F7D11-EE6F-4AE5-8AC0-355C3EE67131}" dt="2020-12-10T09:57:15.226" v="2412" actId="478"/>
          <ac:cxnSpMkLst>
            <pc:docMk/>
            <pc:sldMk cId="3255629095" sldId="398"/>
            <ac:cxnSpMk id="16" creationId="{2E8C56BF-31DA-4E7F-B15A-2FB2FBAB9891}"/>
          </ac:cxnSpMkLst>
        </pc:cxnChg>
        <pc:cxnChg chg="del mod">
          <ac:chgData name="Wen, Zhezhu" userId="df4bd854-1f52-42f8-920c-4cd305c9e4d4" providerId="ADAL" clId="{768F7D11-EE6F-4AE5-8AC0-355C3EE67131}" dt="2020-12-10T09:57:17.600" v="2414" actId="478"/>
          <ac:cxnSpMkLst>
            <pc:docMk/>
            <pc:sldMk cId="3255629095" sldId="398"/>
            <ac:cxnSpMk id="19" creationId="{872CDFB9-CA4F-43D1-8941-AE0BCD7F716F}"/>
          </ac:cxnSpMkLst>
        </pc:cxnChg>
        <pc:cxnChg chg="mod">
          <ac:chgData name="Wen, Zhezhu" userId="df4bd854-1f52-42f8-920c-4cd305c9e4d4" providerId="ADAL" clId="{768F7D11-EE6F-4AE5-8AC0-355C3EE67131}" dt="2020-12-10T09:58:48.834" v="2487" actId="1076"/>
          <ac:cxnSpMkLst>
            <pc:docMk/>
            <pc:sldMk cId="3255629095" sldId="398"/>
            <ac:cxnSpMk id="22" creationId="{C704074F-01A9-4D1C-8FE5-503E977E9875}"/>
          </ac:cxnSpMkLst>
        </pc:cxnChg>
      </pc:sldChg>
      <pc:sldChg chg="addSp delSp modSp add">
        <pc:chgData name="Wen, Zhezhu" userId="df4bd854-1f52-42f8-920c-4cd305c9e4d4" providerId="ADAL" clId="{768F7D11-EE6F-4AE5-8AC0-355C3EE67131}" dt="2020-12-10T12:16:04.461" v="6236" actId="20577"/>
        <pc:sldMkLst>
          <pc:docMk/>
          <pc:sldMk cId="2523264905" sldId="399"/>
        </pc:sldMkLst>
        <pc:spChg chg="mod">
          <ac:chgData name="Wen, Zhezhu" userId="df4bd854-1f52-42f8-920c-4cd305c9e4d4" providerId="ADAL" clId="{768F7D11-EE6F-4AE5-8AC0-355C3EE67131}" dt="2020-12-10T12:16:04.461" v="6236" actId="20577"/>
          <ac:spMkLst>
            <pc:docMk/>
            <pc:sldMk cId="2523264905" sldId="399"/>
            <ac:spMk id="2" creationId="{3789319D-5DFA-49DD-ABA4-717F7364B36D}"/>
          </ac:spMkLst>
        </pc:spChg>
        <pc:spChg chg="mod">
          <ac:chgData name="Wen, Zhezhu" userId="df4bd854-1f52-42f8-920c-4cd305c9e4d4" providerId="ADAL" clId="{768F7D11-EE6F-4AE5-8AC0-355C3EE67131}" dt="2020-12-10T12:15:56.049" v="6216" actId="20577"/>
          <ac:spMkLst>
            <pc:docMk/>
            <pc:sldMk cId="2523264905" sldId="399"/>
            <ac:spMk id="3" creationId="{7B40FA70-943E-4B50-BF6E-50FF68D889A3}"/>
          </ac:spMkLst>
        </pc:spChg>
        <pc:spChg chg="add mod">
          <ac:chgData name="Wen, Zhezhu" userId="df4bd854-1f52-42f8-920c-4cd305c9e4d4" providerId="ADAL" clId="{768F7D11-EE6F-4AE5-8AC0-355C3EE67131}" dt="2020-12-10T12:15:40.598" v="6204" actId="1076"/>
          <ac:spMkLst>
            <pc:docMk/>
            <pc:sldMk cId="2523264905" sldId="399"/>
            <ac:spMk id="7" creationId="{7D92E7E9-C2DC-4D08-9005-31D137CC01B8}"/>
          </ac:spMkLst>
        </pc:spChg>
        <pc:graphicFrameChg chg="add mod modGraphic">
          <ac:chgData name="Wen, Zhezhu" userId="df4bd854-1f52-42f8-920c-4cd305c9e4d4" providerId="ADAL" clId="{768F7D11-EE6F-4AE5-8AC0-355C3EE67131}" dt="2020-12-10T11:03:03.552" v="4793" actId="14734"/>
          <ac:graphicFrameMkLst>
            <pc:docMk/>
            <pc:sldMk cId="2523264905" sldId="399"/>
            <ac:graphicFrameMk id="5" creationId="{BE1DF820-C19E-4C78-A572-20ABFC7E7A61}"/>
          </ac:graphicFrameMkLst>
        </pc:graphicFrameChg>
        <pc:picChg chg="add del mod">
          <ac:chgData name="Wen, Zhezhu" userId="df4bd854-1f52-42f8-920c-4cd305c9e4d4" providerId="ADAL" clId="{768F7D11-EE6F-4AE5-8AC0-355C3EE67131}" dt="2020-12-10T10:56:40.479" v="4410" actId="478"/>
          <ac:picMkLst>
            <pc:docMk/>
            <pc:sldMk cId="2523264905" sldId="399"/>
            <ac:picMk id="4" creationId="{89688DE4-C6F0-42E1-9493-0A0F0C89B0B6}"/>
          </ac:picMkLst>
        </pc:picChg>
        <pc:picChg chg="add del mod">
          <ac:chgData name="Wen, Zhezhu" userId="df4bd854-1f52-42f8-920c-4cd305c9e4d4" providerId="ADAL" clId="{768F7D11-EE6F-4AE5-8AC0-355C3EE67131}" dt="2020-12-10T11:03:18.551" v="4797" actId="478"/>
          <ac:picMkLst>
            <pc:docMk/>
            <pc:sldMk cId="2523264905" sldId="399"/>
            <ac:picMk id="6" creationId="{F0C3F576-9BD8-49FB-AF99-E61AADEEB34B}"/>
          </ac:picMkLst>
        </pc:picChg>
        <pc:picChg chg="add mod ord">
          <ac:chgData name="Wen, Zhezhu" userId="df4bd854-1f52-42f8-920c-4cd305c9e4d4" providerId="ADAL" clId="{768F7D11-EE6F-4AE5-8AC0-355C3EE67131}" dt="2020-12-10T12:15:15.685" v="6198" actId="14100"/>
          <ac:picMkLst>
            <pc:docMk/>
            <pc:sldMk cId="2523264905" sldId="399"/>
            <ac:picMk id="8" creationId="{4111E04C-4C85-4397-8185-78CE5F3165CA}"/>
          </ac:picMkLst>
        </pc:picChg>
      </pc:sldChg>
      <pc:sldChg chg="modSp add del">
        <pc:chgData name="Wen, Zhezhu" userId="df4bd854-1f52-42f8-920c-4cd305c9e4d4" providerId="ADAL" clId="{768F7D11-EE6F-4AE5-8AC0-355C3EE67131}" dt="2020-12-10T12:16:08.807" v="6237" actId="2696"/>
        <pc:sldMkLst>
          <pc:docMk/>
          <pc:sldMk cId="3175850152" sldId="400"/>
        </pc:sldMkLst>
        <pc:spChg chg="mod">
          <ac:chgData name="Wen, Zhezhu" userId="df4bd854-1f52-42f8-920c-4cd305c9e4d4" providerId="ADAL" clId="{768F7D11-EE6F-4AE5-8AC0-355C3EE67131}" dt="2020-12-10T10:59:05.495" v="4461" actId="20577"/>
          <ac:spMkLst>
            <pc:docMk/>
            <pc:sldMk cId="3175850152" sldId="400"/>
            <ac:spMk id="2" creationId="{9E1D21DF-4016-4CA4-922B-14749C019000}"/>
          </ac:spMkLst>
        </pc:spChg>
        <pc:spChg chg="mod">
          <ac:chgData name="Wen, Zhezhu" userId="df4bd854-1f52-42f8-920c-4cd305c9e4d4" providerId="ADAL" clId="{768F7D11-EE6F-4AE5-8AC0-355C3EE67131}" dt="2020-12-10T12:15:44.835" v="6205"/>
          <ac:spMkLst>
            <pc:docMk/>
            <pc:sldMk cId="3175850152" sldId="400"/>
            <ac:spMk id="3" creationId="{715EB2EB-29A1-4769-9401-66FBF65C0DC5}"/>
          </ac:spMkLst>
        </pc:spChg>
      </pc:sldChg>
      <pc:sldChg chg="modSp add del">
        <pc:chgData name="Wen, Zhezhu" userId="df4bd854-1f52-42f8-920c-4cd305c9e4d4" providerId="ADAL" clId="{768F7D11-EE6F-4AE5-8AC0-355C3EE67131}" dt="2020-12-10T11:27:33.138" v="5170" actId="2696"/>
        <pc:sldMkLst>
          <pc:docMk/>
          <pc:sldMk cId="4621047" sldId="401"/>
        </pc:sldMkLst>
        <pc:spChg chg="mod">
          <ac:chgData name="Wen, Zhezhu" userId="df4bd854-1f52-42f8-920c-4cd305c9e4d4" providerId="ADAL" clId="{768F7D11-EE6F-4AE5-8AC0-355C3EE67131}" dt="2020-12-10T11:27:27.572" v="5163"/>
          <ac:spMkLst>
            <pc:docMk/>
            <pc:sldMk cId="4621047" sldId="401"/>
            <ac:spMk id="2" creationId="{D23BBDC9-075A-4AB7-801A-FBD3EDB8729F}"/>
          </ac:spMkLst>
        </pc:spChg>
      </pc:sldChg>
      <pc:sldChg chg="addSp delSp modSp add">
        <pc:chgData name="Wen, Zhezhu" userId="df4bd854-1f52-42f8-920c-4cd305c9e4d4" providerId="ADAL" clId="{768F7D11-EE6F-4AE5-8AC0-355C3EE67131}" dt="2020-12-10T12:54:32.952" v="6511" actId="20577"/>
        <pc:sldMkLst>
          <pc:docMk/>
          <pc:sldMk cId="720003095" sldId="401"/>
        </pc:sldMkLst>
        <pc:spChg chg="mod">
          <ac:chgData name="Wen, Zhezhu" userId="df4bd854-1f52-42f8-920c-4cd305c9e4d4" providerId="ADAL" clId="{768F7D11-EE6F-4AE5-8AC0-355C3EE67131}" dt="2020-12-10T12:54:32.952" v="6511" actId="20577"/>
          <ac:spMkLst>
            <pc:docMk/>
            <pc:sldMk cId="720003095" sldId="401"/>
            <ac:spMk id="2" creationId="{AFD0780F-E2F8-4F08-93D5-C7F16F273252}"/>
          </ac:spMkLst>
        </pc:spChg>
        <pc:picChg chg="add del mod">
          <ac:chgData name="Wen, Zhezhu" userId="df4bd854-1f52-42f8-920c-4cd305c9e4d4" providerId="ADAL" clId="{768F7D11-EE6F-4AE5-8AC0-355C3EE67131}" dt="2020-12-10T11:51:12.189" v="5572" actId="478"/>
          <ac:picMkLst>
            <pc:docMk/>
            <pc:sldMk cId="720003095" sldId="401"/>
            <ac:picMk id="4" creationId="{EDDBE5ED-767E-442E-82C6-178BD1880F73}"/>
          </ac:picMkLst>
        </pc:picChg>
        <pc:picChg chg="add mod">
          <ac:chgData name="Wen, Zhezhu" userId="df4bd854-1f52-42f8-920c-4cd305c9e4d4" providerId="ADAL" clId="{768F7D11-EE6F-4AE5-8AC0-355C3EE67131}" dt="2020-12-10T12:54:25.443" v="6490" actId="1076"/>
          <ac:picMkLst>
            <pc:docMk/>
            <pc:sldMk cId="720003095" sldId="401"/>
            <ac:picMk id="5" creationId="{B8AFD4B3-4466-4167-9A09-3C9DC61255BF}"/>
          </ac:picMkLst>
        </pc:picChg>
      </pc:sldChg>
      <pc:sldChg chg="addSp delSp modSp add modAnim">
        <pc:chgData name="Wen, Zhezhu" userId="df4bd854-1f52-42f8-920c-4cd305c9e4d4" providerId="ADAL" clId="{768F7D11-EE6F-4AE5-8AC0-355C3EE67131}" dt="2020-12-10T13:57:25.707" v="7223" actId="1036"/>
        <pc:sldMkLst>
          <pc:docMk/>
          <pc:sldMk cId="495917009" sldId="402"/>
        </pc:sldMkLst>
        <pc:spChg chg="mod">
          <ac:chgData name="Wen, Zhezhu" userId="df4bd854-1f52-42f8-920c-4cd305c9e4d4" providerId="ADAL" clId="{768F7D11-EE6F-4AE5-8AC0-355C3EE67131}" dt="2020-12-10T13:16:11.789" v="6569" actId="20577"/>
          <ac:spMkLst>
            <pc:docMk/>
            <pc:sldMk cId="495917009" sldId="402"/>
            <ac:spMk id="2" creationId="{F04B7157-2A8A-4493-ABC5-45D2FFB69EF2}"/>
          </ac:spMkLst>
        </pc:spChg>
        <pc:spChg chg="del">
          <ac:chgData name="Wen, Zhezhu" userId="df4bd854-1f52-42f8-920c-4cd305c9e4d4" providerId="ADAL" clId="{768F7D11-EE6F-4AE5-8AC0-355C3EE67131}" dt="2020-12-10T11:51:53.803" v="5577" actId="478"/>
          <ac:spMkLst>
            <pc:docMk/>
            <pc:sldMk cId="495917009" sldId="402"/>
            <ac:spMk id="3" creationId="{0ECEBB37-2FB4-4884-B00F-A4DABC4B98B0}"/>
          </ac:spMkLst>
        </pc:spChg>
        <pc:spChg chg="add mod">
          <ac:chgData name="Wen, Zhezhu" userId="df4bd854-1f52-42f8-920c-4cd305c9e4d4" providerId="ADAL" clId="{768F7D11-EE6F-4AE5-8AC0-355C3EE67131}" dt="2020-12-10T12:04:39.059" v="5931" actId="20577"/>
          <ac:spMkLst>
            <pc:docMk/>
            <pc:sldMk cId="495917009" sldId="402"/>
            <ac:spMk id="5" creationId="{D4F83B03-0A3A-4DE0-8B99-256A755033CB}"/>
          </ac:spMkLst>
        </pc:spChg>
        <pc:picChg chg="add mod">
          <ac:chgData name="Wen, Zhezhu" userId="df4bd854-1f52-42f8-920c-4cd305c9e4d4" providerId="ADAL" clId="{768F7D11-EE6F-4AE5-8AC0-355C3EE67131}" dt="2020-12-10T11:52:02.396" v="5581" actId="1076"/>
          <ac:picMkLst>
            <pc:docMk/>
            <pc:sldMk cId="495917009" sldId="402"/>
            <ac:picMk id="4" creationId="{146425F1-29DA-4738-86EA-098605D760AE}"/>
          </ac:picMkLst>
        </pc:picChg>
        <pc:picChg chg="add mod modCrop">
          <ac:chgData name="Wen, Zhezhu" userId="df4bd854-1f52-42f8-920c-4cd305c9e4d4" providerId="ADAL" clId="{768F7D11-EE6F-4AE5-8AC0-355C3EE67131}" dt="2020-12-10T13:57:25.707" v="7223" actId="1036"/>
          <ac:picMkLst>
            <pc:docMk/>
            <pc:sldMk cId="495917009" sldId="402"/>
            <ac:picMk id="6" creationId="{111E5FD3-2980-4605-9D97-F573DB15E927}"/>
          </ac:picMkLst>
        </pc:picChg>
      </pc:sldChg>
      <pc:sldChg chg="addSp delSp modSp add modAnim">
        <pc:chgData name="Wen, Zhezhu" userId="df4bd854-1f52-42f8-920c-4cd305c9e4d4" providerId="ADAL" clId="{768F7D11-EE6F-4AE5-8AC0-355C3EE67131}" dt="2020-12-10T13:16:03.356" v="6568" actId="478"/>
        <pc:sldMkLst>
          <pc:docMk/>
          <pc:sldMk cId="1300021228" sldId="403"/>
        </pc:sldMkLst>
        <pc:spChg chg="mod">
          <ac:chgData name="Wen, Zhezhu" userId="df4bd854-1f52-42f8-920c-4cd305c9e4d4" providerId="ADAL" clId="{768F7D11-EE6F-4AE5-8AC0-355C3EE67131}" dt="2020-12-10T12:55:00.565" v="6554" actId="20577"/>
          <ac:spMkLst>
            <pc:docMk/>
            <pc:sldMk cId="1300021228" sldId="403"/>
            <ac:spMk id="2" creationId="{F04B7157-2A8A-4493-ABC5-45D2FFB69EF2}"/>
          </ac:spMkLst>
        </pc:spChg>
        <pc:spChg chg="add mod">
          <ac:chgData name="Wen, Zhezhu" userId="df4bd854-1f52-42f8-920c-4cd305c9e4d4" providerId="ADAL" clId="{768F7D11-EE6F-4AE5-8AC0-355C3EE67131}" dt="2020-12-10T12:06:55.083" v="6173" actId="20577"/>
          <ac:spMkLst>
            <pc:docMk/>
            <pc:sldMk cId="1300021228" sldId="403"/>
            <ac:spMk id="7" creationId="{568C885C-142A-48A0-8D36-EA0718445722}"/>
          </ac:spMkLst>
        </pc:spChg>
        <pc:picChg chg="add del mod">
          <ac:chgData name="Wen, Zhezhu" userId="df4bd854-1f52-42f8-920c-4cd305c9e4d4" providerId="ADAL" clId="{768F7D11-EE6F-4AE5-8AC0-355C3EE67131}" dt="2020-12-10T11:56:32.883" v="5611" actId="478"/>
          <ac:picMkLst>
            <pc:docMk/>
            <pc:sldMk cId="1300021228" sldId="403"/>
            <ac:picMk id="3" creationId="{A4930A01-7607-45F8-A173-AAF2479C9F81}"/>
          </ac:picMkLst>
        </pc:picChg>
        <pc:picChg chg="del">
          <ac:chgData name="Wen, Zhezhu" userId="df4bd854-1f52-42f8-920c-4cd305c9e4d4" providerId="ADAL" clId="{768F7D11-EE6F-4AE5-8AC0-355C3EE67131}" dt="2020-12-10T11:57:37.061" v="5620" actId="478"/>
          <ac:picMkLst>
            <pc:docMk/>
            <pc:sldMk cId="1300021228" sldId="403"/>
            <ac:picMk id="4" creationId="{146425F1-29DA-4738-86EA-098605D760AE}"/>
          </ac:picMkLst>
        </pc:picChg>
        <pc:picChg chg="add del mod">
          <ac:chgData name="Wen, Zhezhu" userId="df4bd854-1f52-42f8-920c-4cd305c9e4d4" providerId="ADAL" clId="{768F7D11-EE6F-4AE5-8AC0-355C3EE67131}" dt="2020-12-10T11:57:28.243" v="5615" actId="478"/>
          <ac:picMkLst>
            <pc:docMk/>
            <pc:sldMk cId="1300021228" sldId="403"/>
            <ac:picMk id="5" creationId="{EC0F4BD1-304F-4F2A-B535-5C72F8B06400}"/>
          </ac:picMkLst>
        </pc:picChg>
        <pc:picChg chg="add del mod ord">
          <ac:chgData name="Wen, Zhezhu" userId="df4bd854-1f52-42f8-920c-4cd305c9e4d4" providerId="ADAL" clId="{768F7D11-EE6F-4AE5-8AC0-355C3EE67131}" dt="2020-12-10T13:15:18.554" v="6559" actId="478"/>
          <ac:picMkLst>
            <pc:docMk/>
            <pc:sldMk cId="1300021228" sldId="403"/>
            <ac:picMk id="6" creationId="{EBCCBDB5-FAA6-407A-BC24-3FF28E637C01}"/>
          </ac:picMkLst>
        </pc:picChg>
        <pc:picChg chg="add del mod ord">
          <ac:chgData name="Wen, Zhezhu" userId="df4bd854-1f52-42f8-920c-4cd305c9e4d4" providerId="ADAL" clId="{768F7D11-EE6F-4AE5-8AC0-355C3EE67131}" dt="2020-12-10T13:16:03.356" v="6568" actId="478"/>
          <ac:picMkLst>
            <pc:docMk/>
            <pc:sldMk cId="1300021228" sldId="403"/>
            <ac:picMk id="8" creationId="{5F58250C-27BE-4BC4-848F-44B87BD28065}"/>
          </ac:picMkLst>
        </pc:picChg>
        <pc:picChg chg="add del">
          <ac:chgData name="Wen, Zhezhu" userId="df4bd854-1f52-42f8-920c-4cd305c9e4d4" providerId="ADAL" clId="{768F7D11-EE6F-4AE5-8AC0-355C3EE67131}" dt="2020-12-10T13:15:51.112" v="6562"/>
          <ac:picMkLst>
            <pc:docMk/>
            <pc:sldMk cId="1300021228" sldId="403"/>
            <ac:picMk id="9" creationId="{B569F29A-6918-4B34-B6B6-5989AC1129A0}"/>
          </ac:picMkLst>
        </pc:picChg>
        <pc:picChg chg="add mod ord">
          <ac:chgData name="Wen, Zhezhu" userId="df4bd854-1f52-42f8-920c-4cd305c9e4d4" providerId="ADAL" clId="{768F7D11-EE6F-4AE5-8AC0-355C3EE67131}" dt="2020-12-10T13:16:02.073" v="6567" actId="167"/>
          <ac:picMkLst>
            <pc:docMk/>
            <pc:sldMk cId="1300021228" sldId="403"/>
            <ac:picMk id="10" creationId="{32813CA2-ECA6-4F25-81A3-402618DE8421}"/>
          </ac:picMkLst>
        </pc:picChg>
      </pc:sldChg>
      <pc:sldChg chg="addSp delSp modSp add">
        <pc:chgData name="Wen, Zhezhu" userId="df4bd854-1f52-42f8-920c-4cd305c9e4d4" providerId="ADAL" clId="{768F7D11-EE6F-4AE5-8AC0-355C3EE67131}" dt="2020-12-10T13:42:00.377" v="6725" actId="14100"/>
        <pc:sldMkLst>
          <pc:docMk/>
          <pc:sldMk cId="1150531659" sldId="404"/>
        </pc:sldMkLst>
        <pc:spChg chg="mod">
          <ac:chgData name="Wen, Zhezhu" userId="df4bd854-1f52-42f8-920c-4cd305c9e4d4" providerId="ADAL" clId="{768F7D11-EE6F-4AE5-8AC0-355C3EE67131}" dt="2020-12-10T13:41:00.518" v="6713" actId="20577"/>
          <ac:spMkLst>
            <pc:docMk/>
            <pc:sldMk cId="1150531659" sldId="404"/>
            <ac:spMk id="2" creationId="{9538277D-A604-4BA8-AE8C-A345B3E66741}"/>
          </ac:spMkLst>
        </pc:spChg>
        <pc:spChg chg="del">
          <ac:chgData name="Wen, Zhezhu" userId="df4bd854-1f52-42f8-920c-4cd305c9e4d4" providerId="ADAL" clId="{768F7D11-EE6F-4AE5-8AC0-355C3EE67131}" dt="2020-12-10T13:16:34.433" v="6571" actId="478"/>
          <ac:spMkLst>
            <pc:docMk/>
            <pc:sldMk cId="1150531659" sldId="404"/>
            <ac:spMk id="3" creationId="{BFA074FA-79FF-42BF-B477-50C86E1F078F}"/>
          </ac:spMkLst>
        </pc:spChg>
        <pc:spChg chg="add mod">
          <ac:chgData name="Wen, Zhezhu" userId="df4bd854-1f52-42f8-920c-4cd305c9e4d4" providerId="ADAL" clId="{768F7D11-EE6F-4AE5-8AC0-355C3EE67131}" dt="2020-12-10T13:41:47.030" v="6721" actId="208"/>
          <ac:spMkLst>
            <pc:docMk/>
            <pc:sldMk cId="1150531659" sldId="404"/>
            <ac:spMk id="7" creationId="{33352958-C173-4C61-9779-2EA3759EB657}"/>
          </ac:spMkLst>
        </pc:spChg>
        <pc:spChg chg="add mod">
          <ac:chgData name="Wen, Zhezhu" userId="df4bd854-1f52-42f8-920c-4cd305c9e4d4" providerId="ADAL" clId="{768F7D11-EE6F-4AE5-8AC0-355C3EE67131}" dt="2020-12-10T13:42:00.377" v="6725" actId="14100"/>
          <ac:spMkLst>
            <pc:docMk/>
            <pc:sldMk cId="1150531659" sldId="404"/>
            <ac:spMk id="8" creationId="{46005E0F-7E65-47AF-8E25-87109350AE95}"/>
          </ac:spMkLst>
        </pc:spChg>
        <pc:picChg chg="add del mod modCrop">
          <ac:chgData name="Wen, Zhezhu" userId="df4bd854-1f52-42f8-920c-4cd305c9e4d4" providerId="ADAL" clId="{768F7D11-EE6F-4AE5-8AC0-355C3EE67131}" dt="2020-12-10T13:39:17.111" v="6655" actId="478"/>
          <ac:picMkLst>
            <pc:docMk/>
            <pc:sldMk cId="1150531659" sldId="404"/>
            <ac:picMk id="4" creationId="{4E890492-E036-40CF-8217-12C0E44E01A2}"/>
          </ac:picMkLst>
        </pc:picChg>
        <pc:picChg chg="add mod modCrop">
          <ac:chgData name="Wen, Zhezhu" userId="df4bd854-1f52-42f8-920c-4cd305c9e4d4" providerId="ADAL" clId="{768F7D11-EE6F-4AE5-8AC0-355C3EE67131}" dt="2020-12-10T13:40:25.355" v="6674" actId="1076"/>
          <ac:picMkLst>
            <pc:docMk/>
            <pc:sldMk cId="1150531659" sldId="404"/>
            <ac:picMk id="5" creationId="{41B9C797-E827-44A2-AEE8-919F382C6511}"/>
          </ac:picMkLst>
        </pc:picChg>
        <pc:picChg chg="add mod modCrop">
          <ac:chgData name="Wen, Zhezhu" userId="df4bd854-1f52-42f8-920c-4cd305c9e4d4" providerId="ADAL" clId="{768F7D11-EE6F-4AE5-8AC0-355C3EE67131}" dt="2020-12-10T13:41:16.270" v="6717" actId="14100"/>
          <ac:picMkLst>
            <pc:docMk/>
            <pc:sldMk cId="1150531659" sldId="404"/>
            <ac:picMk id="6" creationId="{B0998BF3-9EB5-404E-B6B3-AE6FEF0D98E4}"/>
          </ac:picMkLst>
        </pc:picChg>
      </pc:sldChg>
      <pc:sldChg chg="addSp delSp modSp add">
        <pc:chgData name="Wen, Zhezhu" userId="df4bd854-1f52-42f8-920c-4cd305c9e4d4" providerId="ADAL" clId="{768F7D11-EE6F-4AE5-8AC0-355C3EE67131}" dt="2020-12-10T12:51:58.712" v="6456" actId="20577"/>
        <pc:sldMkLst>
          <pc:docMk/>
          <pc:sldMk cId="3458157303" sldId="405"/>
        </pc:sldMkLst>
        <pc:spChg chg="mod">
          <ac:chgData name="Wen, Zhezhu" userId="df4bd854-1f52-42f8-920c-4cd305c9e4d4" providerId="ADAL" clId="{768F7D11-EE6F-4AE5-8AC0-355C3EE67131}" dt="2020-12-10T12:51:58.712" v="6456" actId="20577"/>
          <ac:spMkLst>
            <pc:docMk/>
            <pc:sldMk cId="3458157303" sldId="405"/>
            <ac:spMk id="2" creationId="{5BA782B9-D1FA-4459-A646-86C690C97CA7}"/>
          </ac:spMkLst>
        </pc:spChg>
        <pc:spChg chg="del">
          <ac:chgData name="Wen, Zhezhu" userId="df4bd854-1f52-42f8-920c-4cd305c9e4d4" providerId="ADAL" clId="{768F7D11-EE6F-4AE5-8AC0-355C3EE67131}" dt="2020-12-10T12:50:15.730" v="6431" actId="478"/>
          <ac:spMkLst>
            <pc:docMk/>
            <pc:sldMk cId="3458157303" sldId="405"/>
            <ac:spMk id="3" creationId="{81AB3F79-1AFE-4EBB-9036-A623D595BE87}"/>
          </ac:spMkLst>
        </pc:spChg>
        <pc:picChg chg="add mod">
          <ac:chgData name="Wen, Zhezhu" userId="df4bd854-1f52-42f8-920c-4cd305c9e4d4" providerId="ADAL" clId="{768F7D11-EE6F-4AE5-8AC0-355C3EE67131}" dt="2020-12-10T12:51:52.753" v="6454" actId="1076"/>
          <ac:picMkLst>
            <pc:docMk/>
            <pc:sldMk cId="3458157303" sldId="405"/>
            <ac:picMk id="4" creationId="{B8E938EB-951D-4B5A-90C3-6E3D452C33AA}"/>
          </ac:picMkLst>
        </pc:picChg>
        <pc:picChg chg="add mod">
          <ac:chgData name="Wen, Zhezhu" userId="df4bd854-1f52-42f8-920c-4cd305c9e4d4" providerId="ADAL" clId="{768F7D11-EE6F-4AE5-8AC0-355C3EE67131}" dt="2020-12-10T12:51:55.605" v="6455" actId="1076"/>
          <ac:picMkLst>
            <pc:docMk/>
            <pc:sldMk cId="3458157303" sldId="405"/>
            <ac:picMk id="5" creationId="{08A0A711-B071-4E3B-B3EC-42E7352ABE89}"/>
          </ac:picMkLst>
        </pc:picChg>
        <pc:picChg chg="add mod">
          <ac:chgData name="Wen, Zhezhu" userId="df4bd854-1f52-42f8-920c-4cd305c9e4d4" providerId="ADAL" clId="{768F7D11-EE6F-4AE5-8AC0-355C3EE67131}" dt="2020-12-10T12:51:50.522" v="6453" actId="1076"/>
          <ac:picMkLst>
            <pc:docMk/>
            <pc:sldMk cId="3458157303" sldId="405"/>
            <ac:picMk id="6" creationId="{44DD1593-8E72-4B96-A0CA-0638FBC28109}"/>
          </ac:picMkLst>
        </pc:picChg>
        <pc:picChg chg="add mod">
          <ac:chgData name="Wen, Zhezhu" userId="df4bd854-1f52-42f8-920c-4cd305c9e4d4" providerId="ADAL" clId="{768F7D11-EE6F-4AE5-8AC0-355C3EE67131}" dt="2020-12-10T12:51:50.522" v="6453" actId="1076"/>
          <ac:picMkLst>
            <pc:docMk/>
            <pc:sldMk cId="3458157303" sldId="405"/>
            <ac:picMk id="7" creationId="{4BD5DFEC-C806-451E-BC69-27EC5F17E29A}"/>
          </ac:picMkLst>
        </pc:picChg>
      </pc:sldChg>
      <pc:sldChg chg="addSp delSp modSp add">
        <pc:chgData name="Wen, Zhezhu" userId="df4bd854-1f52-42f8-920c-4cd305c9e4d4" providerId="ADAL" clId="{768F7D11-EE6F-4AE5-8AC0-355C3EE67131}" dt="2020-12-10T12:52:54.838" v="6489" actId="1076"/>
        <pc:sldMkLst>
          <pc:docMk/>
          <pc:sldMk cId="580535441" sldId="406"/>
        </pc:sldMkLst>
        <pc:spChg chg="mod">
          <ac:chgData name="Wen, Zhezhu" userId="df4bd854-1f52-42f8-920c-4cd305c9e4d4" providerId="ADAL" clId="{768F7D11-EE6F-4AE5-8AC0-355C3EE67131}" dt="2020-12-10T12:52:09.995" v="6474" actId="20577"/>
          <ac:spMkLst>
            <pc:docMk/>
            <pc:sldMk cId="580535441" sldId="406"/>
            <ac:spMk id="2" creationId="{ECF2DB47-E94D-41DB-B56B-F8F5287A77C6}"/>
          </ac:spMkLst>
        </pc:spChg>
        <pc:spChg chg="del">
          <ac:chgData name="Wen, Zhezhu" userId="df4bd854-1f52-42f8-920c-4cd305c9e4d4" providerId="ADAL" clId="{768F7D11-EE6F-4AE5-8AC0-355C3EE67131}" dt="2020-12-10T12:52:21.865" v="6475" actId="478"/>
          <ac:spMkLst>
            <pc:docMk/>
            <pc:sldMk cId="580535441" sldId="406"/>
            <ac:spMk id="3" creationId="{1D620220-854F-40D6-A7CF-84E7E56C466E}"/>
          </ac:spMkLst>
        </pc:spChg>
        <pc:picChg chg="add mod">
          <ac:chgData name="Wen, Zhezhu" userId="df4bd854-1f52-42f8-920c-4cd305c9e4d4" providerId="ADAL" clId="{768F7D11-EE6F-4AE5-8AC0-355C3EE67131}" dt="2020-12-10T12:52:54.838" v="6489" actId="1076"/>
          <ac:picMkLst>
            <pc:docMk/>
            <pc:sldMk cId="580535441" sldId="406"/>
            <ac:picMk id="4" creationId="{31628393-F7AD-4777-9037-D0471AFFA05C}"/>
          </ac:picMkLst>
        </pc:picChg>
        <pc:picChg chg="add mod">
          <ac:chgData name="Wen, Zhezhu" userId="df4bd854-1f52-42f8-920c-4cd305c9e4d4" providerId="ADAL" clId="{768F7D11-EE6F-4AE5-8AC0-355C3EE67131}" dt="2020-12-10T12:52:48.753" v="6487" actId="1076"/>
          <ac:picMkLst>
            <pc:docMk/>
            <pc:sldMk cId="580535441" sldId="406"/>
            <ac:picMk id="5" creationId="{637954B2-DC48-4068-BBBB-6AA536F395F9}"/>
          </ac:picMkLst>
        </pc:picChg>
      </pc:sldChg>
      <pc:sldChg chg="modSp add">
        <pc:chgData name="Wen, Zhezhu" userId="df4bd854-1f52-42f8-920c-4cd305c9e4d4" providerId="ADAL" clId="{768F7D11-EE6F-4AE5-8AC0-355C3EE67131}" dt="2020-12-10T14:21:57.089" v="7232" actId="20577"/>
        <pc:sldMkLst>
          <pc:docMk/>
          <pc:sldMk cId="625847368" sldId="407"/>
        </pc:sldMkLst>
        <pc:spChg chg="mod">
          <ac:chgData name="Wen, Zhezhu" userId="df4bd854-1f52-42f8-920c-4cd305c9e4d4" providerId="ADAL" clId="{768F7D11-EE6F-4AE5-8AC0-355C3EE67131}" dt="2020-12-10T14:21:57.089" v="7232" actId="20577"/>
          <ac:spMkLst>
            <pc:docMk/>
            <pc:sldMk cId="625847368" sldId="407"/>
            <ac:spMk id="2" creationId="{3AA31F06-BF77-4AF8-92C0-178AA531A20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540261C-E817-46E1-938B-46F0E3AB36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F980B98-B005-47E6-9CE2-0AFE4F5A7F2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BB8C5D3-CED4-4CA7-BB1A-321B0161AFE7}" type="datetimeFigureOut">
              <a:rPr lang="en-US" smtClean="0"/>
              <a:t>12/9/2020</a:t>
            </a:fld>
            <a:endParaRPr lang="en-US"/>
          </a:p>
        </p:txBody>
      </p:sp>
      <p:sp>
        <p:nvSpPr>
          <p:cNvPr id="4" name="Footer Placeholder 3">
            <a:extLst>
              <a:ext uri="{FF2B5EF4-FFF2-40B4-BE49-F238E27FC236}">
                <a16:creationId xmlns:a16="http://schemas.microsoft.com/office/drawing/2014/main" id="{D65623EC-A38F-4B03-B2D1-458D3F34590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B7764C9-760D-4C5E-B651-B7AEA2E1632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C929D6-3EAB-4261-B6C0-1F26C3AAB9A7}" type="slidenum">
              <a:rPr lang="en-US" smtClean="0"/>
              <a:t>‹#›</a:t>
            </a:fld>
            <a:endParaRPr lang="en-US"/>
          </a:p>
        </p:txBody>
      </p:sp>
    </p:spTree>
    <p:extLst>
      <p:ext uri="{BB962C8B-B14F-4D97-AF65-F5344CB8AC3E}">
        <p14:creationId xmlns:p14="http://schemas.microsoft.com/office/powerpoint/2010/main" val="19411219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CECE68-71B9-4EFB-9B7C-FBF6DB165B78}" type="datetimeFigureOut">
              <a:rPr lang="en-US" smtClean="0"/>
              <a:t>12/9/2020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75EEFA-3431-4683-8779-D7A8E9EC6EEB}" type="slidenum">
              <a:rPr lang="en-US" smtClean="0"/>
              <a:t>‹#›</a:t>
            </a:fld>
            <a:endParaRPr lang="en-US"/>
          </a:p>
        </p:txBody>
      </p:sp>
    </p:spTree>
    <p:extLst>
      <p:ext uri="{BB962C8B-B14F-4D97-AF65-F5344CB8AC3E}">
        <p14:creationId xmlns:p14="http://schemas.microsoft.com/office/powerpoint/2010/main" val="2061319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https://www.utoledo.edu/offices/marketing/brand-guide/guide.html</a:t>
            </a:r>
          </a:p>
        </p:txBody>
      </p:sp>
      <p:sp>
        <p:nvSpPr>
          <p:cNvPr id="4" name="Slide Number Placeholder 3"/>
          <p:cNvSpPr>
            <a:spLocks noGrp="1"/>
          </p:cNvSpPr>
          <p:nvPr>
            <p:ph type="sldNum" sz="quarter" idx="5"/>
          </p:nvPr>
        </p:nvSpPr>
        <p:spPr/>
        <p:txBody>
          <a:bodyPr/>
          <a:lstStyle/>
          <a:p>
            <a:fld id="{AC75EEFA-3431-4683-8779-D7A8E9EC6EEB}" type="slidenum">
              <a:rPr lang="en-US" smtClean="0"/>
              <a:t>1</a:t>
            </a:fld>
            <a:endParaRPr lang="en-US"/>
          </a:p>
        </p:txBody>
      </p:sp>
    </p:spTree>
    <p:extLst>
      <p:ext uri="{BB962C8B-B14F-4D97-AF65-F5344CB8AC3E}">
        <p14:creationId xmlns:p14="http://schemas.microsoft.com/office/powerpoint/2010/main" val="584291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https://www.utoledo.edu/offices/marketing/brand-guide/guide.html</a:t>
            </a:r>
          </a:p>
        </p:txBody>
      </p:sp>
      <p:sp>
        <p:nvSpPr>
          <p:cNvPr id="4" name="Slide Number Placeholder 3"/>
          <p:cNvSpPr>
            <a:spLocks noGrp="1"/>
          </p:cNvSpPr>
          <p:nvPr>
            <p:ph type="sldNum" sz="quarter" idx="5"/>
          </p:nvPr>
        </p:nvSpPr>
        <p:spPr/>
        <p:txBody>
          <a:bodyPr/>
          <a:lstStyle/>
          <a:p>
            <a:fld id="{AC75EEFA-3431-4683-8779-D7A8E9EC6EEB}" type="slidenum">
              <a:rPr lang="en-US" smtClean="0"/>
              <a:t>2</a:t>
            </a:fld>
            <a:endParaRPr lang="en-US"/>
          </a:p>
        </p:txBody>
      </p:sp>
    </p:spTree>
    <p:extLst>
      <p:ext uri="{BB962C8B-B14F-4D97-AF65-F5344CB8AC3E}">
        <p14:creationId xmlns:p14="http://schemas.microsoft.com/office/powerpoint/2010/main" val="584291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5EEFA-3431-4683-8779-D7A8E9EC6EEB}" type="slidenum">
              <a:rPr lang="en-US" smtClean="0"/>
              <a:t>5</a:t>
            </a:fld>
            <a:endParaRPr lang="en-US"/>
          </a:p>
        </p:txBody>
      </p:sp>
    </p:spTree>
    <p:extLst>
      <p:ext uri="{BB962C8B-B14F-4D97-AF65-F5344CB8AC3E}">
        <p14:creationId xmlns:p14="http://schemas.microsoft.com/office/powerpoint/2010/main" val="912070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national culture exogenously determines the level of intercept and the slope between agility practices and agility outcome.</a:t>
            </a:r>
          </a:p>
        </p:txBody>
      </p:sp>
      <p:sp>
        <p:nvSpPr>
          <p:cNvPr id="4" name="Slide Number Placeholder 3"/>
          <p:cNvSpPr>
            <a:spLocks noGrp="1"/>
          </p:cNvSpPr>
          <p:nvPr>
            <p:ph type="sldNum" sz="quarter" idx="5"/>
          </p:nvPr>
        </p:nvSpPr>
        <p:spPr/>
        <p:txBody>
          <a:bodyPr/>
          <a:lstStyle/>
          <a:p>
            <a:fld id="{AC75EEFA-3431-4683-8779-D7A8E9EC6EEB}" type="slidenum">
              <a:rPr lang="en-US" smtClean="0"/>
              <a:t>14</a:t>
            </a:fld>
            <a:endParaRPr lang="en-US"/>
          </a:p>
        </p:txBody>
      </p:sp>
    </p:spTree>
    <p:extLst>
      <p:ext uri="{BB962C8B-B14F-4D97-AF65-F5344CB8AC3E}">
        <p14:creationId xmlns:p14="http://schemas.microsoft.com/office/powerpoint/2010/main" val="1453096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5EEFA-3431-4683-8779-D7A8E9EC6EEB}" type="slidenum">
              <a:rPr lang="en-US" smtClean="0"/>
              <a:t>19</a:t>
            </a:fld>
            <a:endParaRPr lang="en-US"/>
          </a:p>
        </p:txBody>
      </p:sp>
    </p:spTree>
    <p:extLst>
      <p:ext uri="{BB962C8B-B14F-4D97-AF65-F5344CB8AC3E}">
        <p14:creationId xmlns:p14="http://schemas.microsoft.com/office/powerpoint/2010/main" val="4194829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5EEFA-3431-4683-8779-D7A8E9EC6EEB}" type="slidenum">
              <a:rPr lang="en-US" smtClean="0"/>
              <a:t>32</a:t>
            </a:fld>
            <a:endParaRPr lang="en-US"/>
          </a:p>
        </p:txBody>
      </p:sp>
    </p:spTree>
    <p:extLst>
      <p:ext uri="{BB962C8B-B14F-4D97-AF65-F5344CB8AC3E}">
        <p14:creationId xmlns:p14="http://schemas.microsoft.com/office/powerpoint/2010/main" val="2841324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1CE5B-A8D7-4237-B6B9-F8BAC6256EBF}"/>
              </a:ext>
            </a:extLst>
          </p:cNvPr>
          <p:cNvSpPr>
            <a:spLocks noGrp="1"/>
          </p:cNvSpPr>
          <p:nvPr>
            <p:ph type="ctrTitle"/>
          </p:nvPr>
        </p:nvSpPr>
        <p:spPr>
          <a:xfrm>
            <a:off x="1524000" y="1122363"/>
            <a:ext cx="9144000" cy="2387600"/>
          </a:xfrm>
          <a:solidFill>
            <a:srgbClr val="FFC000"/>
          </a:solidFill>
        </p:spPr>
        <p:txBody>
          <a:bodyPr anchor="b">
            <a:normAutofit/>
          </a:bodyPr>
          <a:lstStyle>
            <a:lvl1pPr algn="ctr">
              <a:defRPr sz="4400">
                <a:solidFill>
                  <a:srgbClr val="003E7E"/>
                </a:solidFill>
              </a:defRPr>
            </a:lvl1pPr>
          </a:lstStyle>
          <a:p>
            <a:r>
              <a:rPr lang="en-US" dirty="0"/>
              <a:t>Click to edit Master title style</a:t>
            </a:r>
          </a:p>
        </p:txBody>
      </p:sp>
      <p:sp>
        <p:nvSpPr>
          <p:cNvPr id="3" name="Subtitle 2">
            <a:extLst>
              <a:ext uri="{FF2B5EF4-FFF2-40B4-BE49-F238E27FC236}">
                <a16:creationId xmlns:a16="http://schemas.microsoft.com/office/drawing/2014/main" id="{F24591C4-5A9B-4C40-8265-780360372A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D01EDD2-FD1A-47D1-AFCF-2B579A795644}"/>
              </a:ext>
            </a:extLst>
          </p:cNvPr>
          <p:cNvSpPr>
            <a:spLocks noGrp="1"/>
          </p:cNvSpPr>
          <p:nvPr>
            <p:ph type="dt" sz="half" idx="10"/>
          </p:nvPr>
        </p:nvSpPr>
        <p:spPr/>
        <p:txBody>
          <a:bodyPr/>
          <a:lstStyle/>
          <a:p>
            <a:fld id="{D3E9D986-22A5-47F6-945D-82CCFD881556}" type="datetimeFigureOut">
              <a:rPr lang="en-US" smtClean="0"/>
              <a:t>12/9/2020</a:t>
            </a:fld>
            <a:endParaRPr lang="en-US"/>
          </a:p>
        </p:txBody>
      </p:sp>
      <p:sp>
        <p:nvSpPr>
          <p:cNvPr id="5" name="Footer Placeholder 4">
            <a:extLst>
              <a:ext uri="{FF2B5EF4-FFF2-40B4-BE49-F238E27FC236}">
                <a16:creationId xmlns:a16="http://schemas.microsoft.com/office/drawing/2014/main" id="{F7A36D8E-20AD-47AF-95B7-5C42131A60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8A7CB8-4AFE-46F7-9644-E45EC29982E8}"/>
              </a:ext>
            </a:extLst>
          </p:cNvPr>
          <p:cNvSpPr>
            <a:spLocks noGrp="1"/>
          </p:cNvSpPr>
          <p:nvPr>
            <p:ph type="sldNum" sz="quarter" idx="12"/>
          </p:nvPr>
        </p:nvSpPr>
        <p:spPr/>
        <p:txBody>
          <a:bodyPr/>
          <a:lstStyle/>
          <a:p>
            <a:fld id="{10639C74-7D00-4716-AB9D-70A7227B65B7}" type="slidenum">
              <a:rPr lang="en-US" smtClean="0"/>
              <a:t>‹#›</a:t>
            </a:fld>
            <a:endParaRPr lang="en-US"/>
          </a:p>
        </p:txBody>
      </p:sp>
    </p:spTree>
    <p:extLst>
      <p:ext uri="{BB962C8B-B14F-4D97-AF65-F5344CB8AC3E}">
        <p14:creationId xmlns:p14="http://schemas.microsoft.com/office/powerpoint/2010/main" val="3906970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27345BC-D6D7-4F98-A663-819F2A21C261}"/>
              </a:ext>
            </a:extLst>
          </p:cNvPr>
          <p:cNvSpPr/>
          <p:nvPr userDrawn="1"/>
        </p:nvSpPr>
        <p:spPr>
          <a:xfrm rot="16200000">
            <a:off x="5604617" y="-5370595"/>
            <a:ext cx="982766" cy="12192000"/>
          </a:xfrm>
          <a:prstGeom prst="rect">
            <a:avLst/>
          </a:prstGeom>
          <a:solidFill>
            <a:srgbClr val="003E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BD75E9-A015-448B-8E38-459E7C61A635}"/>
              </a:ext>
            </a:extLst>
          </p:cNvPr>
          <p:cNvSpPr>
            <a:spLocks noGrp="1"/>
          </p:cNvSpPr>
          <p:nvPr>
            <p:ph type="title"/>
          </p:nvPr>
        </p:nvSpPr>
        <p:spPr/>
        <p:txBody>
          <a:bodyPr/>
          <a:lstStyle>
            <a:lvl1pPr>
              <a:defRPr>
                <a:solidFill>
                  <a:srgbClr val="FFC00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FA0EDFDB-F59E-42FB-A14A-F22E6EEF485C}"/>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D81106-CF8E-4ED9-A969-C14D5CAA5731}"/>
              </a:ext>
            </a:extLst>
          </p:cNvPr>
          <p:cNvSpPr>
            <a:spLocks noGrp="1"/>
          </p:cNvSpPr>
          <p:nvPr>
            <p:ph type="dt" sz="half" idx="10"/>
          </p:nvPr>
        </p:nvSpPr>
        <p:spPr/>
        <p:txBody>
          <a:bodyPr/>
          <a:lstStyle/>
          <a:p>
            <a:fld id="{D3E9D986-22A5-47F6-945D-82CCFD881556}" type="datetimeFigureOut">
              <a:rPr lang="en-US" smtClean="0"/>
              <a:t>12/9/2020</a:t>
            </a:fld>
            <a:endParaRPr lang="en-US"/>
          </a:p>
        </p:txBody>
      </p:sp>
      <p:sp>
        <p:nvSpPr>
          <p:cNvPr id="5" name="Footer Placeholder 4">
            <a:extLst>
              <a:ext uri="{FF2B5EF4-FFF2-40B4-BE49-F238E27FC236}">
                <a16:creationId xmlns:a16="http://schemas.microsoft.com/office/drawing/2014/main" id="{1E4CB479-9731-4D17-9D0C-69965F82F5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DE6F59-6B1C-4990-8EB9-DF705877728F}"/>
              </a:ext>
            </a:extLst>
          </p:cNvPr>
          <p:cNvSpPr>
            <a:spLocks noGrp="1"/>
          </p:cNvSpPr>
          <p:nvPr>
            <p:ph type="sldNum" sz="quarter" idx="12"/>
          </p:nvPr>
        </p:nvSpPr>
        <p:spPr/>
        <p:txBody>
          <a:bodyPr/>
          <a:lstStyle/>
          <a:p>
            <a:fld id="{10639C74-7D00-4716-AB9D-70A7227B65B7}" type="slidenum">
              <a:rPr lang="en-US" smtClean="0"/>
              <a:t>‹#›</a:t>
            </a:fld>
            <a:endParaRPr lang="en-US"/>
          </a:p>
        </p:txBody>
      </p:sp>
    </p:spTree>
    <p:extLst>
      <p:ext uri="{BB962C8B-B14F-4D97-AF65-F5344CB8AC3E}">
        <p14:creationId xmlns:p14="http://schemas.microsoft.com/office/powerpoint/2010/main" val="2475304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386D-EB53-401E-AC5F-90609EA85B41}"/>
              </a:ext>
            </a:extLst>
          </p:cNvPr>
          <p:cNvSpPr>
            <a:spLocks noGrp="1"/>
          </p:cNvSpPr>
          <p:nvPr>
            <p:ph type="title"/>
          </p:nvPr>
        </p:nvSpPr>
        <p:spPr>
          <a:xfrm>
            <a:off x="831850" y="1709738"/>
            <a:ext cx="10515600" cy="2852737"/>
          </a:xfrm>
        </p:spPr>
        <p:txBody>
          <a:bodyPr anchor="b">
            <a:normAutofit/>
          </a:bodyPr>
          <a:lstStyle>
            <a:lvl1pPr>
              <a:defRPr sz="4000">
                <a:solidFill>
                  <a:srgbClr val="003E7E"/>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CE7C4A76-00D0-4CA6-8BC0-AFAA3FFCFAB6}"/>
              </a:ext>
            </a:extLst>
          </p:cNvPr>
          <p:cNvSpPr>
            <a:spLocks noGrp="1"/>
          </p:cNvSpPr>
          <p:nvPr>
            <p:ph type="body" idx="1"/>
          </p:nvPr>
        </p:nvSpPr>
        <p:spPr>
          <a:xfrm>
            <a:off x="831850" y="4589463"/>
            <a:ext cx="10515600" cy="1500187"/>
          </a:xfrm>
          <a:solidFill>
            <a:srgbClr val="FFC000"/>
          </a:solidFill>
        </p:spPr>
        <p:txBody>
          <a:bodyPr/>
          <a:lstStyle>
            <a:lvl1pPr marL="0" indent="0">
              <a:buNone/>
              <a:defRPr sz="2400">
                <a:solidFill>
                  <a:srgbClr val="003E7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E1609A-B77F-48D5-B750-53E3EDFA9D37}"/>
              </a:ext>
            </a:extLst>
          </p:cNvPr>
          <p:cNvSpPr>
            <a:spLocks noGrp="1"/>
          </p:cNvSpPr>
          <p:nvPr>
            <p:ph type="dt" sz="half" idx="10"/>
          </p:nvPr>
        </p:nvSpPr>
        <p:spPr/>
        <p:txBody>
          <a:bodyPr/>
          <a:lstStyle/>
          <a:p>
            <a:fld id="{D3E9D986-22A5-47F6-945D-82CCFD881556}" type="datetimeFigureOut">
              <a:rPr lang="en-US" smtClean="0"/>
              <a:t>12/9/2020</a:t>
            </a:fld>
            <a:endParaRPr lang="en-US"/>
          </a:p>
        </p:txBody>
      </p:sp>
      <p:sp>
        <p:nvSpPr>
          <p:cNvPr id="5" name="Footer Placeholder 4">
            <a:extLst>
              <a:ext uri="{FF2B5EF4-FFF2-40B4-BE49-F238E27FC236}">
                <a16:creationId xmlns:a16="http://schemas.microsoft.com/office/drawing/2014/main" id="{40C6CA1B-8FEE-4E2E-880F-C8EBCFB14F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B4FA15-9953-47C9-8736-4F149470F1F3}"/>
              </a:ext>
            </a:extLst>
          </p:cNvPr>
          <p:cNvSpPr>
            <a:spLocks noGrp="1"/>
          </p:cNvSpPr>
          <p:nvPr>
            <p:ph type="sldNum" sz="quarter" idx="12"/>
          </p:nvPr>
        </p:nvSpPr>
        <p:spPr/>
        <p:txBody>
          <a:bodyPr/>
          <a:lstStyle/>
          <a:p>
            <a:fld id="{10639C74-7D00-4716-AB9D-70A7227B65B7}" type="slidenum">
              <a:rPr lang="en-US" smtClean="0"/>
              <a:t>‹#›</a:t>
            </a:fld>
            <a:endParaRPr lang="en-US"/>
          </a:p>
        </p:txBody>
      </p:sp>
    </p:spTree>
    <p:extLst>
      <p:ext uri="{BB962C8B-B14F-4D97-AF65-F5344CB8AC3E}">
        <p14:creationId xmlns:p14="http://schemas.microsoft.com/office/powerpoint/2010/main" val="3948885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DC475-2881-4C87-AAF1-FED34C23C1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CC62D2-2565-4287-ACBD-F6B394C7C9E3}"/>
              </a:ext>
            </a:extLst>
          </p:cNvPr>
          <p:cNvSpPr>
            <a:spLocks noGrp="1"/>
          </p:cNvSpPr>
          <p:nvPr>
            <p:ph sz="half" idx="1"/>
          </p:nvPr>
        </p:nvSpPr>
        <p:spPr>
          <a:xfrm>
            <a:off x="838200" y="1659465"/>
            <a:ext cx="5181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8726BA-9224-499B-B9BD-E21BD68624EE}"/>
              </a:ext>
            </a:extLst>
          </p:cNvPr>
          <p:cNvSpPr>
            <a:spLocks noGrp="1"/>
          </p:cNvSpPr>
          <p:nvPr>
            <p:ph sz="half" idx="2"/>
          </p:nvPr>
        </p:nvSpPr>
        <p:spPr>
          <a:xfrm>
            <a:off x="6172200" y="1659465"/>
            <a:ext cx="51816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AF6BD5B-B5BD-41E9-A6C9-8864666BDA32}"/>
              </a:ext>
            </a:extLst>
          </p:cNvPr>
          <p:cNvSpPr>
            <a:spLocks noGrp="1"/>
          </p:cNvSpPr>
          <p:nvPr>
            <p:ph type="dt" sz="half" idx="10"/>
          </p:nvPr>
        </p:nvSpPr>
        <p:spPr/>
        <p:txBody>
          <a:bodyPr/>
          <a:lstStyle/>
          <a:p>
            <a:fld id="{D3E9D986-22A5-47F6-945D-82CCFD881556}" type="datetimeFigureOut">
              <a:rPr lang="en-US" smtClean="0"/>
              <a:t>12/9/2020</a:t>
            </a:fld>
            <a:endParaRPr lang="en-US"/>
          </a:p>
        </p:txBody>
      </p:sp>
      <p:sp>
        <p:nvSpPr>
          <p:cNvPr id="6" name="Footer Placeholder 5">
            <a:extLst>
              <a:ext uri="{FF2B5EF4-FFF2-40B4-BE49-F238E27FC236}">
                <a16:creationId xmlns:a16="http://schemas.microsoft.com/office/drawing/2014/main" id="{D5B24503-D5CC-4FA5-A734-DFCC7D7DB0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E56625-730D-49D5-986E-8F9D2C779771}"/>
              </a:ext>
            </a:extLst>
          </p:cNvPr>
          <p:cNvSpPr>
            <a:spLocks noGrp="1"/>
          </p:cNvSpPr>
          <p:nvPr>
            <p:ph type="sldNum" sz="quarter" idx="12"/>
          </p:nvPr>
        </p:nvSpPr>
        <p:spPr/>
        <p:txBody>
          <a:bodyPr/>
          <a:lstStyle/>
          <a:p>
            <a:fld id="{10639C74-7D00-4716-AB9D-70A7227B65B7}" type="slidenum">
              <a:rPr lang="en-US" smtClean="0"/>
              <a:t>‹#›</a:t>
            </a:fld>
            <a:endParaRPr lang="en-US"/>
          </a:p>
        </p:txBody>
      </p:sp>
    </p:spTree>
    <p:extLst>
      <p:ext uri="{BB962C8B-B14F-4D97-AF65-F5344CB8AC3E}">
        <p14:creationId xmlns:p14="http://schemas.microsoft.com/office/powerpoint/2010/main" val="2860890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7A051-8A71-41E8-BE32-4AA1CE494A66}"/>
              </a:ext>
            </a:extLst>
          </p:cNvPr>
          <p:cNvSpPr>
            <a:spLocks noGrp="1"/>
          </p:cNvSpPr>
          <p:nvPr>
            <p:ph type="title"/>
          </p:nvPr>
        </p:nvSpPr>
        <p:spPr>
          <a:xfrm>
            <a:off x="839788" y="365125"/>
            <a:ext cx="10515600" cy="10058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BD21D622-3253-442E-B3DD-3A08D4CFEC32}"/>
              </a:ext>
            </a:extLst>
          </p:cNvPr>
          <p:cNvSpPr>
            <a:spLocks noGrp="1"/>
          </p:cNvSpPr>
          <p:nvPr>
            <p:ph type="body" idx="1"/>
          </p:nvPr>
        </p:nvSpPr>
        <p:spPr>
          <a:xfrm>
            <a:off x="839788" y="1562625"/>
            <a:ext cx="5157787" cy="914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D46118-4AE6-4320-9C7F-BCD36ACED25F}"/>
              </a:ext>
            </a:extLst>
          </p:cNvPr>
          <p:cNvSpPr>
            <a:spLocks noGrp="1"/>
          </p:cNvSpPr>
          <p:nvPr>
            <p:ph sz="half" idx="2"/>
          </p:nvPr>
        </p:nvSpPr>
        <p:spPr>
          <a:xfrm>
            <a:off x="839788" y="2505075"/>
            <a:ext cx="5157787"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0D191A-EAA9-45BF-AE6E-E47114BF59F0}"/>
              </a:ext>
            </a:extLst>
          </p:cNvPr>
          <p:cNvSpPr>
            <a:spLocks noGrp="1"/>
          </p:cNvSpPr>
          <p:nvPr>
            <p:ph type="body" sz="quarter" idx="3"/>
          </p:nvPr>
        </p:nvSpPr>
        <p:spPr>
          <a:xfrm>
            <a:off x="6172200" y="1564640"/>
            <a:ext cx="5183188" cy="914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1B9E99-D05E-4406-BCC1-890C72FCA6DA}"/>
              </a:ext>
            </a:extLst>
          </p:cNvPr>
          <p:cNvSpPr>
            <a:spLocks noGrp="1"/>
          </p:cNvSpPr>
          <p:nvPr>
            <p:ph sz="quarter" idx="4"/>
          </p:nvPr>
        </p:nvSpPr>
        <p:spPr>
          <a:xfrm>
            <a:off x="6172200" y="2505075"/>
            <a:ext cx="5183188"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3097C4-9876-45CC-B030-72861EC46555}"/>
              </a:ext>
            </a:extLst>
          </p:cNvPr>
          <p:cNvSpPr>
            <a:spLocks noGrp="1"/>
          </p:cNvSpPr>
          <p:nvPr>
            <p:ph type="dt" sz="half" idx="10"/>
          </p:nvPr>
        </p:nvSpPr>
        <p:spPr/>
        <p:txBody>
          <a:bodyPr/>
          <a:lstStyle/>
          <a:p>
            <a:fld id="{D3E9D986-22A5-47F6-945D-82CCFD881556}" type="datetimeFigureOut">
              <a:rPr lang="en-US" smtClean="0"/>
              <a:t>12/9/2020</a:t>
            </a:fld>
            <a:endParaRPr lang="en-US"/>
          </a:p>
        </p:txBody>
      </p:sp>
      <p:sp>
        <p:nvSpPr>
          <p:cNvPr id="8" name="Footer Placeholder 7">
            <a:extLst>
              <a:ext uri="{FF2B5EF4-FFF2-40B4-BE49-F238E27FC236}">
                <a16:creationId xmlns:a16="http://schemas.microsoft.com/office/drawing/2014/main" id="{3EA9DBCC-D95A-4DE2-9A4A-011992AF60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20B273-C34A-4B7F-8BC2-14EE0640325C}"/>
              </a:ext>
            </a:extLst>
          </p:cNvPr>
          <p:cNvSpPr>
            <a:spLocks noGrp="1"/>
          </p:cNvSpPr>
          <p:nvPr>
            <p:ph type="sldNum" sz="quarter" idx="12"/>
          </p:nvPr>
        </p:nvSpPr>
        <p:spPr/>
        <p:txBody>
          <a:bodyPr/>
          <a:lstStyle/>
          <a:p>
            <a:fld id="{10639C74-7D00-4716-AB9D-70A7227B65B7}" type="slidenum">
              <a:rPr lang="en-US" smtClean="0"/>
              <a:t>‹#›</a:t>
            </a:fld>
            <a:endParaRPr lang="en-US"/>
          </a:p>
        </p:txBody>
      </p:sp>
    </p:spTree>
    <p:extLst>
      <p:ext uri="{BB962C8B-B14F-4D97-AF65-F5344CB8AC3E}">
        <p14:creationId xmlns:p14="http://schemas.microsoft.com/office/powerpoint/2010/main" val="1620339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07460-7B4F-493F-B3D4-7ABE054D97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E3E861-6272-403D-9BE8-52F69C6137B3}"/>
              </a:ext>
            </a:extLst>
          </p:cNvPr>
          <p:cNvSpPr>
            <a:spLocks noGrp="1"/>
          </p:cNvSpPr>
          <p:nvPr>
            <p:ph type="dt" sz="half" idx="10"/>
          </p:nvPr>
        </p:nvSpPr>
        <p:spPr/>
        <p:txBody>
          <a:bodyPr/>
          <a:lstStyle/>
          <a:p>
            <a:fld id="{D3E9D986-22A5-47F6-945D-82CCFD881556}" type="datetimeFigureOut">
              <a:rPr lang="en-US" smtClean="0"/>
              <a:t>12/9/2020</a:t>
            </a:fld>
            <a:endParaRPr lang="en-US"/>
          </a:p>
        </p:txBody>
      </p:sp>
      <p:sp>
        <p:nvSpPr>
          <p:cNvPr id="4" name="Footer Placeholder 3">
            <a:extLst>
              <a:ext uri="{FF2B5EF4-FFF2-40B4-BE49-F238E27FC236}">
                <a16:creationId xmlns:a16="http://schemas.microsoft.com/office/drawing/2014/main" id="{D8086E60-30FC-41A7-891C-579E6CCE83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EC1CB6-A4BF-4720-992C-9631E98E1658}"/>
              </a:ext>
            </a:extLst>
          </p:cNvPr>
          <p:cNvSpPr>
            <a:spLocks noGrp="1"/>
          </p:cNvSpPr>
          <p:nvPr>
            <p:ph type="sldNum" sz="quarter" idx="12"/>
          </p:nvPr>
        </p:nvSpPr>
        <p:spPr/>
        <p:txBody>
          <a:bodyPr/>
          <a:lstStyle/>
          <a:p>
            <a:fld id="{10639C74-7D00-4716-AB9D-70A7227B65B7}" type="slidenum">
              <a:rPr lang="en-US" smtClean="0"/>
              <a:t>‹#›</a:t>
            </a:fld>
            <a:endParaRPr lang="en-US"/>
          </a:p>
        </p:txBody>
      </p:sp>
      <p:sp>
        <p:nvSpPr>
          <p:cNvPr id="6" name="Content Placeholder 2">
            <a:extLst>
              <a:ext uri="{FF2B5EF4-FFF2-40B4-BE49-F238E27FC236}">
                <a16:creationId xmlns:a16="http://schemas.microsoft.com/office/drawing/2014/main" id="{21E6E6F2-973D-4467-82BA-EDFD343F9EAD}"/>
              </a:ext>
            </a:extLst>
          </p:cNvPr>
          <p:cNvSpPr>
            <a:spLocks noGrp="1"/>
          </p:cNvSpPr>
          <p:nvPr>
            <p:ph idx="1"/>
          </p:nvPr>
        </p:nvSpPr>
        <p:spPr>
          <a:xfrm>
            <a:off x="838200" y="1659467"/>
            <a:ext cx="10515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7607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6624CF-6196-47C7-A8E5-DD9F2540D701}"/>
              </a:ext>
            </a:extLst>
          </p:cNvPr>
          <p:cNvSpPr>
            <a:spLocks noGrp="1"/>
          </p:cNvSpPr>
          <p:nvPr>
            <p:ph type="dt" sz="half" idx="10"/>
          </p:nvPr>
        </p:nvSpPr>
        <p:spPr/>
        <p:txBody>
          <a:bodyPr/>
          <a:lstStyle/>
          <a:p>
            <a:fld id="{D3E9D986-22A5-47F6-945D-82CCFD881556}" type="datetimeFigureOut">
              <a:rPr lang="en-US" smtClean="0"/>
              <a:t>12/9/2020</a:t>
            </a:fld>
            <a:endParaRPr lang="en-US"/>
          </a:p>
        </p:txBody>
      </p:sp>
      <p:sp>
        <p:nvSpPr>
          <p:cNvPr id="3" name="Footer Placeholder 2">
            <a:extLst>
              <a:ext uri="{FF2B5EF4-FFF2-40B4-BE49-F238E27FC236}">
                <a16:creationId xmlns:a16="http://schemas.microsoft.com/office/drawing/2014/main" id="{7748190A-FDDB-48B1-91EE-BB99116EFE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90B315-DA8F-4AE6-A958-1F2F2AD0E11A}"/>
              </a:ext>
            </a:extLst>
          </p:cNvPr>
          <p:cNvSpPr>
            <a:spLocks noGrp="1"/>
          </p:cNvSpPr>
          <p:nvPr>
            <p:ph type="sldNum" sz="quarter" idx="12"/>
          </p:nvPr>
        </p:nvSpPr>
        <p:spPr/>
        <p:txBody>
          <a:bodyPr/>
          <a:lstStyle/>
          <a:p>
            <a:fld id="{10639C74-7D00-4716-AB9D-70A7227B65B7}" type="slidenum">
              <a:rPr lang="en-US" smtClean="0"/>
              <a:t>‹#›</a:t>
            </a:fld>
            <a:endParaRPr lang="en-US"/>
          </a:p>
        </p:txBody>
      </p:sp>
    </p:spTree>
    <p:extLst>
      <p:ext uri="{BB962C8B-B14F-4D97-AF65-F5344CB8AC3E}">
        <p14:creationId xmlns:p14="http://schemas.microsoft.com/office/powerpoint/2010/main" val="3844702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CC820-6A86-4004-97AD-B0AC150AAF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52491D-BB0C-4604-A2B2-B50FB2E22B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6489DF-7D58-4C0E-B7B7-77CA05413E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B1818B-13F3-4F44-8C63-77A8CA563B6D}"/>
              </a:ext>
            </a:extLst>
          </p:cNvPr>
          <p:cNvSpPr>
            <a:spLocks noGrp="1"/>
          </p:cNvSpPr>
          <p:nvPr>
            <p:ph type="dt" sz="half" idx="10"/>
          </p:nvPr>
        </p:nvSpPr>
        <p:spPr/>
        <p:txBody>
          <a:bodyPr/>
          <a:lstStyle/>
          <a:p>
            <a:fld id="{D3E9D986-22A5-47F6-945D-82CCFD881556}" type="datetimeFigureOut">
              <a:rPr lang="en-US" smtClean="0"/>
              <a:t>12/9/2020</a:t>
            </a:fld>
            <a:endParaRPr lang="en-US"/>
          </a:p>
        </p:txBody>
      </p:sp>
      <p:sp>
        <p:nvSpPr>
          <p:cNvPr id="6" name="Footer Placeholder 5">
            <a:extLst>
              <a:ext uri="{FF2B5EF4-FFF2-40B4-BE49-F238E27FC236}">
                <a16:creationId xmlns:a16="http://schemas.microsoft.com/office/drawing/2014/main" id="{75A07D49-3298-4523-8DF4-65085F3694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74BD7A-E36B-40C5-A788-333140A5A629}"/>
              </a:ext>
            </a:extLst>
          </p:cNvPr>
          <p:cNvSpPr>
            <a:spLocks noGrp="1"/>
          </p:cNvSpPr>
          <p:nvPr>
            <p:ph type="sldNum" sz="quarter" idx="12"/>
          </p:nvPr>
        </p:nvSpPr>
        <p:spPr/>
        <p:txBody>
          <a:bodyPr/>
          <a:lstStyle/>
          <a:p>
            <a:fld id="{10639C74-7D00-4716-AB9D-70A7227B65B7}" type="slidenum">
              <a:rPr lang="en-US" smtClean="0"/>
              <a:t>‹#›</a:t>
            </a:fld>
            <a:endParaRPr lang="en-US"/>
          </a:p>
        </p:txBody>
      </p:sp>
    </p:spTree>
    <p:extLst>
      <p:ext uri="{BB962C8B-B14F-4D97-AF65-F5344CB8AC3E}">
        <p14:creationId xmlns:p14="http://schemas.microsoft.com/office/powerpoint/2010/main" val="1873142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43002-9F5B-4C7F-9FE6-CD6E98DF43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208B37-20FD-4B85-B426-6B09FACA0A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4F571F-E9B3-4F8B-B984-5C310F7A8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A13A47-DB83-4920-9F41-FB2B64BF7CE2}"/>
              </a:ext>
            </a:extLst>
          </p:cNvPr>
          <p:cNvSpPr>
            <a:spLocks noGrp="1"/>
          </p:cNvSpPr>
          <p:nvPr>
            <p:ph type="dt" sz="half" idx="10"/>
          </p:nvPr>
        </p:nvSpPr>
        <p:spPr/>
        <p:txBody>
          <a:bodyPr/>
          <a:lstStyle/>
          <a:p>
            <a:fld id="{D3E9D986-22A5-47F6-945D-82CCFD881556}" type="datetimeFigureOut">
              <a:rPr lang="en-US" smtClean="0"/>
              <a:t>12/9/2020</a:t>
            </a:fld>
            <a:endParaRPr lang="en-US"/>
          </a:p>
        </p:txBody>
      </p:sp>
      <p:sp>
        <p:nvSpPr>
          <p:cNvPr id="6" name="Footer Placeholder 5">
            <a:extLst>
              <a:ext uri="{FF2B5EF4-FFF2-40B4-BE49-F238E27FC236}">
                <a16:creationId xmlns:a16="http://schemas.microsoft.com/office/drawing/2014/main" id="{CAA7C515-99AC-4599-ADD2-7F59D8C912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566F80-4A93-4355-A43E-F9710BB64D05}"/>
              </a:ext>
            </a:extLst>
          </p:cNvPr>
          <p:cNvSpPr>
            <a:spLocks noGrp="1"/>
          </p:cNvSpPr>
          <p:nvPr>
            <p:ph type="sldNum" sz="quarter" idx="12"/>
          </p:nvPr>
        </p:nvSpPr>
        <p:spPr/>
        <p:txBody>
          <a:bodyPr/>
          <a:lstStyle/>
          <a:p>
            <a:fld id="{10639C74-7D00-4716-AB9D-70A7227B65B7}" type="slidenum">
              <a:rPr lang="en-US" smtClean="0"/>
              <a:t>‹#›</a:t>
            </a:fld>
            <a:endParaRPr lang="en-US"/>
          </a:p>
        </p:txBody>
      </p:sp>
    </p:spTree>
    <p:extLst>
      <p:ext uri="{BB962C8B-B14F-4D97-AF65-F5344CB8AC3E}">
        <p14:creationId xmlns:p14="http://schemas.microsoft.com/office/powerpoint/2010/main" val="1423314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DC17-0DB9-4F1A-A44B-F5535E18FF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04ECEA-1AC1-4463-AF3C-C84CD0C2F0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238027-85D2-4CE4-A826-A9BAABDD571D}"/>
              </a:ext>
            </a:extLst>
          </p:cNvPr>
          <p:cNvSpPr>
            <a:spLocks noGrp="1"/>
          </p:cNvSpPr>
          <p:nvPr>
            <p:ph type="dt" sz="half" idx="10"/>
          </p:nvPr>
        </p:nvSpPr>
        <p:spPr/>
        <p:txBody>
          <a:bodyPr/>
          <a:lstStyle/>
          <a:p>
            <a:fld id="{D3E9D986-22A5-47F6-945D-82CCFD881556}" type="datetimeFigureOut">
              <a:rPr lang="en-US" smtClean="0"/>
              <a:t>12/9/2020</a:t>
            </a:fld>
            <a:endParaRPr lang="en-US"/>
          </a:p>
        </p:txBody>
      </p:sp>
      <p:sp>
        <p:nvSpPr>
          <p:cNvPr id="5" name="Footer Placeholder 4">
            <a:extLst>
              <a:ext uri="{FF2B5EF4-FFF2-40B4-BE49-F238E27FC236}">
                <a16:creationId xmlns:a16="http://schemas.microsoft.com/office/drawing/2014/main" id="{A22434D9-1B48-4366-9C1C-9F44E32D05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4FB127-047F-4B50-BB0A-3BB318693C52}"/>
              </a:ext>
            </a:extLst>
          </p:cNvPr>
          <p:cNvSpPr>
            <a:spLocks noGrp="1"/>
          </p:cNvSpPr>
          <p:nvPr>
            <p:ph type="sldNum" sz="quarter" idx="12"/>
          </p:nvPr>
        </p:nvSpPr>
        <p:spPr/>
        <p:txBody>
          <a:bodyPr/>
          <a:lstStyle/>
          <a:p>
            <a:fld id="{10639C74-7D00-4716-AB9D-70A7227B65B7}" type="slidenum">
              <a:rPr lang="en-US" smtClean="0"/>
              <a:t>‹#›</a:t>
            </a:fld>
            <a:endParaRPr lang="en-US"/>
          </a:p>
        </p:txBody>
      </p:sp>
    </p:spTree>
    <p:extLst>
      <p:ext uri="{BB962C8B-B14F-4D97-AF65-F5344CB8AC3E}">
        <p14:creationId xmlns:p14="http://schemas.microsoft.com/office/powerpoint/2010/main" val="1925463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997DD9-2F86-4368-A300-16260C51702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CD8465-BE6A-4030-98D5-9BD511C878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F23C6B-947F-44BC-BE1B-FA96F6078CC6}"/>
              </a:ext>
            </a:extLst>
          </p:cNvPr>
          <p:cNvSpPr>
            <a:spLocks noGrp="1"/>
          </p:cNvSpPr>
          <p:nvPr>
            <p:ph type="dt" sz="half" idx="10"/>
          </p:nvPr>
        </p:nvSpPr>
        <p:spPr/>
        <p:txBody>
          <a:bodyPr/>
          <a:lstStyle/>
          <a:p>
            <a:fld id="{D3E9D986-22A5-47F6-945D-82CCFD881556}" type="datetimeFigureOut">
              <a:rPr lang="en-US" smtClean="0"/>
              <a:t>12/9/2020</a:t>
            </a:fld>
            <a:endParaRPr lang="en-US"/>
          </a:p>
        </p:txBody>
      </p:sp>
      <p:sp>
        <p:nvSpPr>
          <p:cNvPr id="5" name="Footer Placeholder 4">
            <a:extLst>
              <a:ext uri="{FF2B5EF4-FFF2-40B4-BE49-F238E27FC236}">
                <a16:creationId xmlns:a16="http://schemas.microsoft.com/office/drawing/2014/main" id="{5BB280E9-E910-4198-8318-E039C9CE9E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68461-4BE4-43BE-BD84-29A99F7E6701}"/>
              </a:ext>
            </a:extLst>
          </p:cNvPr>
          <p:cNvSpPr>
            <a:spLocks noGrp="1"/>
          </p:cNvSpPr>
          <p:nvPr>
            <p:ph type="sldNum" sz="quarter" idx="12"/>
          </p:nvPr>
        </p:nvSpPr>
        <p:spPr/>
        <p:txBody>
          <a:bodyPr/>
          <a:lstStyle/>
          <a:p>
            <a:fld id="{10639C74-7D00-4716-AB9D-70A7227B65B7}" type="slidenum">
              <a:rPr lang="en-US" smtClean="0"/>
              <a:t>‹#›</a:t>
            </a:fld>
            <a:endParaRPr lang="en-US"/>
          </a:p>
        </p:txBody>
      </p:sp>
    </p:spTree>
    <p:extLst>
      <p:ext uri="{BB962C8B-B14F-4D97-AF65-F5344CB8AC3E}">
        <p14:creationId xmlns:p14="http://schemas.microsoft.com/office/powerpoint/2010/main" val="1403768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BB851A-C4CC-44F1-A7AA-0E3AF29DA8E0}"/>
              </a:ext>
            </a:extLst>
          </p:cNvPr>
          <p:cNvSpPr>
            <a:spLocks noGrp="1"/>
          </p:cNvSpPr>
          <p:nvPr>
            <p:ph type="title"/>
          </p:nvPr>
        </p:nvSpPr>
        <p:spPr>
          <a:xfrm>
            <a:off x="838200" y="365125"/>
            <a:ext cx="10515600" cy="73152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A09858B-83DF-452B-AAB3-4DB8DBE57D67}"/>
              </a:ext>
            </a:extLst>
          </p:cNvPr>
          <p:cNvSpPr>
            <a:spLocks noGrp="1"/>
          </p:cNvSpPr>
          <p:nvPr>
            <p:ph type="body" idx="1"/>
          </p:nvPr>
        </p:nvSpPr>
        <p:spPr>
          <a:xfrm>
            <a:off x="838200" y="1336931"/>
            <a:ext cx="10515600"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855CC9-F5B0-44B6-9741-2B7A219CA1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E9D986-22A5-47F6-945D-82CCFD881556}" type="datetimeFigureOut">
              <a:rPr lang="en-US" smtClean="0"/>
              <a:t>12/9/2020</a:t>
            </a:fld>
            <a:endParaRPr lang="en-US"/>
          </a:p>
        </p:txBody>
      </p:sp>
      <p:sp>
        <p:nvSpPr>
          <p:cNvPr id="5" name="Footer Placeholder 4">
            <a:extLst>
              <a:ext uri="{FF2B5EF4-FFF2-40B4-BE49-F238E27FC236}">
                <a16:creationId xmlns:a16="http://schemas.microsoft.com/office/drawing/2014/main" id="{B520265E-10FB-4A7C-BD9B-C1D5665ADA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DE4375-0E97-4D09-98DD-EC299EB286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639C74-7D00-4716-AB9D-70A7227B65B7}" type="slidenum">
              <a:rPr lang="en-US" smtClean="0"/>
              <a:t>‹#›</a:t>
            </a:fld>
            <a:endParaRPr lang="en-US"/>
          </a:p>
        </p:txBody>
      </p:sp>
      <p:pic>
        <p:nvPicPr>
          <p:cNvPr id="13" name="Picture 12" descr="A close up of a sign&#10;&#10;Description automatically generated">
            <a:extLst>
              <a:ext uri="{FF2B5EF4-FFF2-40B4-BE49-F238E27FC236}">
                <a16:creationId xmlns:a16="http://schemas.microsoft.com/office/drawing/2014/main" id="{17779A98-4AA7-4A7B-854A-79D9BFEE83D4}"/>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1600" y="5963152"/>
            <a:ext cx="2091267" cy="839982"/>
          </a:xfrm>
          <a:prstGeom prst="rect">
            <a:avLst/>
          </a:prstGeom>
        </p:spPr>
      </p:pic>
    </p:spTree>
    <p:extLst>
      <p:ext uri="{BB962C8B-B14F-4D97-AF65-F5344CB8AC3E}">
        <p14:creationId xmlns:p14="http://schemas.microsoft.com/office/powerpoint/2010/main" val="1226309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2800" kern="1200">
          <a:solidFill>
            <a:schemeClr val="tx1"/>
          </a:solidFill>
          <a:latin typeface="Book Antiqua" panose="02040602050305030304" pitchFamily="18" charset="0"/>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000" kern="1200">
          <a:solidFill>
            <a:schemeClr val="tx1"/>
          </a:solidFill>
          <a:latin typeface="Book Antiqua" panose="02040602050305030304" pitchFamily="18" charset="0"/>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Book Antiqua" panose="02040602050305030304" pitchFamily="18" charset="0"/>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a:solidFill>
            <a:schemeClr val="tx1"/>
          </a:solidFill>
          <a:latin typeface="Book Antiqua" panose="02040602050305030304" pitchFamily="18" charset="0"/>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400" kern="1200">
          <a:solidFill>
            <a:schemeClr val="tx1"/>
          </a:solidFill>
          <a:latin typeface="Book Antiqua" panose="02040602050305030304" pitchFamily="18" charset="0"/>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400" kern="1200">
          <a:solidFill>
            <a:schemeClr val="tx1"/>
          </a:solidFill>
          <a:latin typeface="Book Antiqua" panose="020406020503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31F06-BF77-4AF8-92C0-178AA531A202}"/>
              </a:ext>
            </a:extLst>
          </p:cNvPr>
          <p:cNvSpPr>
            <a:spLocks noGrp="1"/>
          </p:cNvSpPr>
          <p:nvPr>
            <p:ph type="ctrTitle"/>
          </p:nvPr>
        </p:nvSpPr>
        <p:spPr>
          <a:xfrm>
            <a:off x="1524000" y="846667"/>
            <a:ext cx="9144000" cy="2870200"/>
          </a:xfrm>
        </p:spPr>
        <p:txBody>
          <a:bodyPr anchor="ctr">
            <a:normAutofit/>
          </a:bodyPr>
          <a:lstStyle/>
          <a:p>
            <a:pPr>
              <a:lnSpc>
                <a:spcPct val="100000"/>
              </a:lnSpc>
            </a:pPr>
            <a:r>
              <a:rPr lang="en-US" sz="1800" dirty="0"/>
              <a:t>(Dissertation for Ph.D. in Mfr. &amp; Tech. Mgmt.)</a:t>
            </a:r>
            <a:br>
              <a:rPr lang="en-US" sz="1800" b="1" dirty="0"/>
            </a:br>
            <a:br>
              <a:rPr lang="en-US" sz="1400" i="1" dirty="0"/>
            </a:br>
            <a:r>
              <a:rPr lang="en-US" sz="2400" i="1" dirty="0"/>
              <a:t>Three Essays on </a:t>
            </a:r>
            <a:br>
              <a:rPr lang="en-US" sz="2400" dirty="0"/>
            </a:br>
            <a:r>
              <a:rPr lang="en-US" sz="2400" b="1" dirty="0"/>
              <a:t>“Operations &amp; Supply Chain Agility</a:t>
            </a:r>
            <a:r>
              <a:rPr lang="en-US" sz="2400" b="1"/>
              <a:t>, </a:t>
            </a:r>
            <a:br>
              <a:rPr lang="en-US" sz="2400" b="1"/>
            </a:br>
            <a:r>
              <a:rPr lang="en-US" sz="2400" b="1"/>
              <a:t>Emerging </a:t>
            </a:r>
            <a:r>
              <a:rPr lang="en-US" sz="2400" b="1" dirty="0"/>
              <a:t>Technologies, and Environmental Dynamism”</a:t>
            </a:r>
            <a:br>
              <a:rPr lang="en-US" sz="2800" b="1" dirty="0"/>
            </a:br>
            <a:br>
              <a:rPr lang="en-US" sz="1600" b="1" dirty="0"/>
            </a:br>
            <a:r>
              <a:rPr lang="en-US" sz="1800" dirty="0"/>
              <a:t>Zhezhu “Wen”</a:t>
            </a:r>
            <a:br>
              <a:rPr lang="en-US" sz="1800" dirty="0"/>
            </a:br>
            <a:r>
              <a:rPr lang="en-US" sz="1800" dirty="0"/>
              <a:t>Nov. 20</a:t>
            </a:r>
            <a:r>
              <a:rPr lang="en-US" sz="1800" baseline="30000" dirty="0"/>
              <a:t>th</a:t>
            </a:r>
            <a:r>
              <a:rPr lang="en-US" sz="1800" dirty="0"/>
              <a:t>, 2020</a:t>
            </a:r>
            <a:endParaRPr lang="en-US" sz="2800" dirty="0"/>
          </a:p>
        </p:txBody>
      </p:sp>
      <p:sp>
        <p:nvSpPr>
          <p:cNvPr id="4" name="Subtitle 2">
            <a:extLst>
              <a:ext uri="{FF2B5EF4-FFF2-40B4-BE49-F238E27FC236}">
                <a16:creationId xmlns:a16="http://schemas.microsoft.com/office/drawing/2014/main" id="{2D39CCD8-D129-4738-BAC7-7932BDDF51E1}"/>
              </a:ext>
            </a:extLst>
          </p:cNvPr>
          <p:cNvSpPr txBox="1">
            <a:spLocks/>
          </p:cNvSpPr>
          <p:nvPr/>
        </p:nvSpPr>
        <p:spPr>
          <a:xfrm>
            <a:off x="1524000" y="3767667"/>
            <a:ext cx="9143999" cy="2243666"/>
          </a:xfrm>
          <a:prstGeom prst="rect">
            <a:avLst/>
          </a:prstGeom>
          <a:solidFill>
            <a:srgbClr val="134FC9"/>
          </a:solidFill>
        </p:spPr>
        <p:txBody>
          <a:bodyPr vert="horz" lIns="91440" tIns="45720" rIns="91440" bIns="45720" rtlCol="0">
            <a:normAutofit/>
          </a:bodyPr>
          <a:lstStyle>
            <a:lvl1pPr marL="0" indent="0" algn="ctr" defTabSz="914400" rtl="0" eaLnBrk="1" latinLnBrk="0" hangingPunct="1">
              <a:lnSpc>
                <a:spcPct val="125000"/>
              </a:lnSpc>
              <a:spcBef>
                <a:spcPts val="1000"/>
              </a:spcBef>
              <a:buFont typeface="Arial" panose="020B0604020202020204" pitchFamily="34" charset="0"/>
              <a:buNone/>
              <a:defRPr sz="2400" kern="1200">
                <a:solidFill>
                  <a:schemeClr val="tx1"/>
                </a:solidFill>
                <a:latin typeface="Book Antiqua" panose="02040602050305030304" pitchFamily="18" charset="0"/>
                <a:ea typeface="+mn-ea"/>
                <a:cs typeface="+mn-cs"/>
              </a:defRPr>
            </a:lvl1pPr>
            <a:lvl2pPr marL="457200" indent="0" algn="ctr" defTabSz="914400" rtl="0" eaLnBrk="1" latinLnBrk="0" hangingPunct="1">
              <a:lnSpc>
                <a:spcPct val="125000"/>
              </a:lnSpc>
              <a:spcBef>
                <a:spcPts val="500"/>
              </a:spcBef>
              <a:buFont typeface="Arial" panose="020B0604020202020204" pitchFamily="34" charset="0"/>
              <a:buNone/>
              <a:defRPr sz="2000" kern="1200">
                <a:solidFill>
                  <a:schemeClr val="tx1"/>
                </a:solidFill>
                <a:latin typeface="Book Antiqua" panose="02040602050305030304" pitchFamily="18" charset="0"/>
                <a:ea typeface="+mn-ea"/>
                <a:cs typeface="+mn-cs"/>
              </a:defRPr>
            </a:lvl2pPr>
            <a:lvl3pPr marL="914400" indent="0" algn="ctr" defTabSz="914400" rtl="0" eaLnBrk="1" latinLnBrk="0" hangingPunct="1">
              <a:lnSpc>
                <a:spcPct val="125000"/>
              </a:lnSpc>
              <a:spcBef>
                <a:spcPts val="500"/>
              </a:spcBef>
              <a:buFont typeface="Arial" panose="020B0604020202020204" pitchFamily="34" charset="0"/>
              <a:buNone/>
              <a:defRPr sz="1800" kern="1200">
                <a:solidFill>
                  <a:schemeClr val="tx1"/>
                </a:solidFill>
                <a:latin typeface="Book Antiqua" panose="02040602050305030304" pitchFamily="18" charset="0"/>
                <a:ea typeface="+mn-ea"/>
                <a:cs typeface="+mn-cs"/>
              </a:defRPr>
            </a:lvl3pPr>
            <a:lvl4pPr marL="1371600" indent="0" algn="ctr" defTabSz="914400" rtl="0" eaLnBrk="1" latinLnBrk="0" hangingPunct="1">
              <a:lnSpc>
                <a:spcPct val="125000"/>
              </a:lnSpc>
              <a:spcBef>
                <a:spcPts val="500"/>
              </a:spcBef>
              <a:buFont typeface="Arial" panose="020B0604020202020204" pitchFamily="34" charset="0"/>
              <a:buNone/>
              <a:defRPr sz="1600" kern="1200">
                <a:solidFill>
                  <a:schemeClr val="tx1"/>
                </a:solidFill>
                <a:latin typeface="Book Antiqua" panose="02040602050305030304" pitchFamily="18" charset="0"/>
                <a:ea typeface="+mn-ea"/>
                <a:cs typeface="+mn-cs"/>
              </a:defRPr>
            </a:lvl4pPr>
            <a:lvl5pPr marL="1828800" indent="0" algn="ctr" defTabSz="914400" rtl="0" eaLnBrk="1" latinLnBrk="0" hangingPunct="1">
              <a:lnSpc>
                <a:spcPct val="125000"/>
              </a:lnSpc>
              <a:spcBef>
                <a:spcPts val="500"/>
              </a:spcBef>
              <a:buFont typeface="Arial" panose="020B0604020202020204" pitchFamily="34" charset="0"/>
              <a:buNone/>
              <a:defRPr sz="1600" kern="1200">
                <a:solidFill>
                  <a:schemeClr val="tx1"/>
                </a:solidFill>
                <a:latin typeface="Book Antiqua" panose="020406020503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sz="1600" i="1" u="sng" dirty="0">
                <a:solidFill>
                  <a:schemeClr val="bg1"/>
                </a:solidFill>
              </a:rPr>
              <a:t>Dissertation Committee</a:t>
            </a:r>
          </a:p>
          <a:p>
            <a:pPr marL="1600200" algn="l">
              <a:lnSpc>
                <a:spcPct val="100000"/>
              </a:lnSpc>
              <a:tabLst>
                <a:tab pos="3886200" algn="l"/>
              </a:tabLst>
            </a:pPr>
            <a:r>
              <a:rPr lang="en-US" sz="1600" dirty="0">
                <a:solidFill>
                  <a:schemeClr val="bg1"/>
                </a:solidFill>
              </a:rPr>
              <a:t>Dr. Paul Hong (</a:t>
            </a:r>
            <a:r>
              <a:rPr lang="en-US" sz="1600" b="1" dirty="0">
                <a:solidFill>
                  <a:srgbClr val="FFFF00"/>
                </a:solidFill>
              </a:rPr>
              <a:t>Chair</a:t>
            </a:r>
            <a:r>
              <a:rPr lang="en-US" sz="1600" dirty="0">
                <a:solidFill>
                  <a:schemeClr val="bg1"/>
                </a:solidFill>
              </a:rPr>
              <a:t>)		Professor, IOTM</a:t>
            </a:r>
            <a:endParaRPr lang="en-US" sz="1400" dirty="0">
              <a:solidFill>
                <a:schemeClr val="bg1"/>
              </a:solidFill>
            </a:endParaRPr>
          </a:p>
          <a:p>
            <a:pPr marL="1600200" algn="l">
              <a:lnSpc>
                <a:spcPct val="100000"/>
              </a:lnSpc>
              <a:tabLst>
                <a:tab pos="3886200" algn="l"/>
              </a:tabLst>
            </a:pPr>
            <a:r>
              <a:rPr lang="en-US" sz="1600" dirty="0">
                <a:solidFill>
                  <a:schemeClr val="bg1"/>
                </a:solidFill>
              </a:rPr>
              <a:t>Dr. Xinghao Yan		Associate Professor, IOTM</a:t>
            </a:r>
          </a:p>
          <a:p>
            <a:pPr marL="1600200" algn="l">
              <a:lnSpc>
                <a:spcPct val="100000"/>
              </a:lnSpc>
              <a:tabLst>
                <a:tab pos="3886200" algn="l"/>
              </a:tabLst>
            </a:pPr>
            <a:r>
              <a:rPr lang="en-US" sz="1600" dirty="0">
                <a:solidFill>
                  <a:schemeClr val="bg1"/>
                </a:solidFill>
              </a:rPr>
              <a:t>Dr. Collin Gilstrap		Assistant Professor, Finance</a:t>
            </a:r>
            <a:endParaRPr lang="en-US" sz="1400" dirty="0">
              <a:solidFill>
                <a:schemeClr val="bg1"/>
              </a:solidFill>
            </a:endParaRPr>
          </a:p>
          <a:p>
            <a:pPr marL="1600200" algn="l">
              <a:lnSpc>
                <a:spcPct val="100000"/>
              </a:lnSpc>
              <a:tabLst>
                <a:tab pos="3886200" algn="l"/>
              </a:tabLst>
            </a:pPr>
            <a:r>
              <a:rPr lang="en-US" sz="1600" dirty="0">
                <a:solidFill>
                  <a:schemeClr val="bg1"/>
                </a:solidFill>
              </a:rPr>
              <a:t>Dr. James Bland		Assistant Professor, Economics</a:t>
            </a:r>
            <a:endParaRPr lang="en-US" sz="1400" dirty="0">
              <a:solidFill>
                <a:schemeClr val="bg1"/>
              </a:solidFill>
            </a:endParaRPr>
          </a:p>
          <a:p>
            <a:pPr marL="1600200" algn="l">
              <a:lnSpc>
                <a:spcPct val="100000"/>
              </a:lnSpc>
              <a:tabLst>
                <a:tab pos="3886200" algn="l"/>
              </a:tabLst>
            </a:pPr>
            <a:r>
              <a:rPr lang="en-US" sz="1600" dirty="0">
                <a:solidFill>
                  <a:srgbClr val="134FC9"/>
                </a:solidFill>
              </a:rPr>
              <a:t>Dr. John Doe		Assistant Professor, IOTM</a:t>
            </a:r>
          </a:p>
        </p:txBody>
      </p:sp>
    </p:spTree>
    <p:extLst>
      <p:ext uri="{BB962C8B-B14F-4D97-AF65-F5344CB8AC3E}">
        <p14:creationId xmlns:p14="http://schemas.microsoft.com/office/powerpoint/2010/main" val="625847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31F06-BF77-4AF8-92C0-178AA531A202}"/>
              </a:ext>
            </a:extLst>
          </p:cNvPr>
          <p:cNvSpPr>
            <a:spLocks noGrp="1"/>
          </p:cNvSpPr>
          <p:nvPr>
            <p:ph type="ctrTitle"/>
          </p:nvPr>
        </p:nvSpPr>
        <p:spPr>
          <a:xfrm>
            <a:off x="1524000" y="846667"/>
            <a:ext cx="9144000" cy="2870200"/>
          </a:xfrm>
        </p:spPr>
        <p:txBody>
          <a:bodyPr anchor="ctr">
            <a:normAutofit/>
          </a:bodyPr>
          <a:lstStyle/>
          <a:p>
            <a:pPr>
              <a:lnSpc>
                <a:spcPct val="100000"/>
              </a:lnSpc>
            </a:pPr>
            <a:r>
              <a:rPr lang="en-US" sz="1600" dirty="0"/>
              <a:t>8</a:t>
            </a:r>
            <a:r>
              <a:rPr lang="en-US" sz="1600" baseline="30000" dirty="0"/>
              <a:t>th</a:t>
            </a:r>
            <a:r>
              <a:rPr lang="en-US" sz="1600" dirty="0"/>
              <a:t> Global Supply Chain Management Conference 2020</a:t>
            </a:r>
            <a:br>
              <a:rPr lang="en-US" sz="2800" dirty="0"/>
            </a:br>
            <a:br>
              <a:rPr lang="en-US" sz="2800" dirty="0"/>
            </a:br>
            <a:r>
              <a:rPr lang="en-US" sz="2800" b="1" dirty="0"/>
              <a:t>Operations &amp; Supply Chain Agility and </a:t>
            </a:r>
            <a:br>
              <a:rPr lang="en-US" sz="2800" b="1" dirty="0"/>
            </a:br>
            <a:r>
              <a:rPr lang="en-US" sz="2800" b="1" dirty="0"/>
              <a:t>National Culture</a:t>
            </a:r>
            <a:endParaRPr lang="en-US" sz="2800" dirty="0"/>
          </a:p>
        </p:txBody>
      </p:sp>
      <p:sp>
        <p:nvSpPr>
          <p:cNvPr id="4" name="Subtitle 2">
            <a:extLst>
              <a:ext uri="{FF2B5EF4-FFF2-40B4-BE49-F238E27FC236}">
                <a16:creationId xmlns:a16="http://schemas.microsoft.com/office/drawing/2014/main" id="{2D39CCD8-D129-4738-BAC7-7932BDDF51E1}"/>
              </a:ext>
            </a:extLst>
          </p:cNvPr>
          <p:cNvSpPr txBox="1">
            <a:spLocks/>
          </p:cNvSpPr>
          <p:nvPr/>
        </p:nvSpPr>
        <p:spPr>
          <a:xfrm>
            <a:off x="1524000" y="3767667"/>
            <a:ext cx="9143999" cy="2243666"/>
          </a:xfrm>
          <a:prstGeom prst="rect">
            <a:avLst/>
          </a:prstGeom>
          <a:solidFill>
            <a:srgbClr val="134FC9"/>
          </a:solidFill>
        </p:spPr>
        <p:txBody>
          <a:bodyPr vert="horz" lIns="91440" tIns="45720" rIns="91440" bIns="45720" rtlCol="0" anchor="ctr">
            <a:normAutofit/>
          </a:bodyPr>
          <a:lstStyle>
            <a:lvl1pPr marL="0" indent="0" algn="ctr" defTabSz="914400" rtl="0" eaLnBrk="1" latinLnBrk="0" hangingPunct="1">
              <a:lnSpc>
                <a:spcPct val="125000"/>
              </a:lnSpc>
              <a:spcBef>
                <a:spcPts val="1000"/>
              </a:spcBef>
              <a:buFont typeface="Arial" panose="020B0604020202020204" pitchFamily="34" charset="0"/>
              <a:buNone/>
              <a:defRPr sz="2400" kern="1200">
                <a:solidFill>
                  <a:schemeClr val="tx1"/>
                </a:solidFill>
                <a:latin typeface="Book Antiqua" panose="02040602050305030304" pitchFamily="18" charset="0"/>
                <a:ea typeface="+mn-ea"/>
                <a:cs typeface="+mn-cs"/>
              </a:defRPr>
            </a:lvl1pPr>
            <a:lvl2pPr marL="457200" indent="0" algn="ctr" defTabSz="914400" rtl="0" eaLnBrk="1" latinLnBrk="0" hangingPunct="1">
              <a:lnSpc>
                <a:spcPct val="125000"/>
              </a:lnSpc>
              <a:spcBef>
                <a:spcPts val="500"/>
              </a:spcBef>
              <a:buFont typeface="Arial" panose="020B0604020202020204" pitchFamily="34" charset="0"/>
              <a:buNone/>
              <a:defRPr sz="2000" kern="1200">
                <a:solidFill>
                  <a:schemeClr val="tx1"/>
                </a:solidFill>
                <a:latin typeface="Book Antiqua" panose="02040602050305030304" pitchFamily="18" charset="0"/>
                <a:ea typeface="+mn-ea"/>
                <a:cs typeface="+mn-cs"/>
              </a:defRPr>
            </a:lvl2pPr>
            <a:lvl3pPr marL="914400" indent="0" algn="ctr" defTabSz="914400" rtl="0" eaLnBrk="1" latinLnBrk="0" hangingPunct="1">
              <a:lnSpc>
                <a:spcPct val="125000"/>
              </a:lnSpc>
              <a:spcBef>
                <a:spcPts val="500"/>
              </a:spcBef>
              <a:buFont typeface="Arial" panose="020B0604020202020204" pitchFamily="34" charset="0"/>
              <a:buNone/>
              <a:defRPr sz="1800" kern="1200">
                <a:solidFill>
                  <a:schemeClr val="tx1"/>
                </a:solidFill>
                <a:latin typeface="Book Antiqua" panose="02040602050305030304" pitchFamily="18" charset="0"/>
                <a:ea typeface="+mn-ea"/>
                <a:cs typeface="+mn-cs"/>
              </a:defRPr>
            </a:lvl3pPr>
            <a:lvl4pPr marL="1371600" indent="0" algn="ctr" defTabSz="914400" rtl="0" eaLnBrk="1" latinLnBrk="0" hangingPunct="1">
              <a:lnSpc>
                <a:spcPct val="125000"/>
              </a:lnSpc>
              <a:spcBef>
                <a:spcPts val="500"/>
              </a:spcBef>
              <a:buFont typeface="Arial" panose="020B0604020202020204" pitchFamily="34" charset="0"/>
              <a:buNone/>
              <a:defRPr sz="1600" kern="1200">
                <a:solidFill>
                  <a:schemeClr val="tx1"/>
                </a:solidFill>
                <a:latin typeface="Book Antiqua" panose="02040602050305030304" pitchFamily="18" charset="0"/>
                <a:ea typeface="+mn-ea"/>
                <a:cs typeface="+mn-cs"/>
              </a:defRPr>
            </a:lvl4pPr>
            <a:lvl5pPr marL="1828800" indent="0" algn="ctr" defTabSz="914400" rtl="0" eaLnBrk="1" latinLnBrk="0" hangingPunct="1">
              <a:lnSpc>
                <a:spcPct val="125000"/>
              </a:lnSpc>
              <a:spcBef>
                <a:spcPts val="500"/>
              </a:spcBef>
              <a:buFont typeface="Arial" panose="020B0604020202020204" pitchFamily="34" charset="0"/>
              <a:buNone/>
              <a:defRPr sz="1600" kern="1200">
                <a:solidFill>
                  <a:schemeClr val="tx1"/>
                </a:solidFill>
                <a:latin typeface="Book Antiqua" panose="020406020503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sz="1600" dirty="0">
                <a:solidFill>
                  <a:schemeClr val="bg1"/>
                </a:solidFill>
              </a:rPr>
              <a:t>Zhezhu Wen, Paul Hong</a:t>
            </a:r>
            <a:br>
              <a:rPr lang="en-US" sz="1600" dirty="0">
                <a:solidFill>
                  <a:schemeClr val="bg1"/>
                </a:solidFill>
              </a:rPr>
            </a:br>
            <a:r>
              <a:rPr lang="en-US" sz="1600" dirty="0">
                <a:solidFill>
                  <a:schemeClr val="bg1"/>
                </a:solidFill>
              </a:rPr>
              <a:t>Department of IOTM</a:t>
            </a:r>
            <a:br>
              <a:rPr lang="en-US" sz="1600" dirty="0">
                <a:solidFill>
                  <a:schemeClr val="bg1"/>
                </a:solidFill>
              </a:rPr>
            </a:br>
            <a:r>
              <a:rPr lang="en-US" sz="1600" dirty="0">
                <a:solidFill>
                  <a:schemeClr val="bg1"/>
                </a:solidFill>
              </a:rPr>
              <a:t> The University of Toledo, OH</a:t>
            </a:r>
            <a:br>
              <a:rPr lang="en-US" sz="1600" dirty="0">
                <a:solidFill>
                  <a:schemeClr val="bg1"/>
                </a:solidFill>
              </a:rPr>
            </a:br>
            <a:r>
              <a:rPr lang="en-US" sz="1600" dirty="0">
                <a:solidFill>
                  <a:schemeClr val="bg1"/>
                </a:solidFill>
              </a:rPr>
              <a:t>{</a:t>
            </a:r>
            <a:r>
              <a:rPr lang="en-US" sz="1600" dirty="0" err="1">
                <a:solidFill>
                  <a:schemeClr val="bg1"/>
                </a:solidFill>
              </a:rPr>
              <a:t>Zhezhu.wen</a:t>
            </a:r>
            <a:r>
              <a:rPr lang="en-US" sz="1600" dirty="0">
                <a:solidFill>
                  <a:schemeClr val="bg1"/>
                </a:solidFill>
              </a:rPr>
              <a:t>, </a:t>
            </a:r>
            <a:r>
              <a:rPr lang="en-US" sz="1600" dirty="0" err="1">
                <a:solidFill>
                  <a:schemeClr val="bg1"/>
                </a:solidFill>
              </a:rPr>
              <a:t>Paul.hong</a:t>
            </a:r>
            <a:r>
              <a:rPr lang="en-US" sz="1600" dirty="0">
                <a:solidFill>
                  <a:schemeClr val="bg1"/>
                </a:solidFill>
              </a:rPr>
              <a:t>}@utoledo.edu</a:t>
            </a:r>
            <a:br>
              <a:rPr lang="en-US" sz="1600" dirty="0">
                <a:solidFill>
                  <a:schemeClr val="bg1"/>
                </a:solidFill>
              </a:rPr>
            </a:br>
            <a:br>
              <a:rPr lang="en-US" sz="1600" dirty="0">
                <a:solidFill>
                  <a:schemeClr val="bg1"/>
                </a:solidFill>
              </a:rPr>
            </a:br>
            <a:r>
              <a:rPr lang="en-US" sz="1600" dirty="0">
                <a:solidFill>
                  <a:schemeClr val="bg1"/>
                </a:solidFill>
              </a:rPr>
              <a:t>December 10</a:t>
            </a:r>
            <a:r>
              <a:rPr lang="en-US" sz="1600" baseline="30000" dirty="0">
                <a:solidFill>
                  <a:schemeClr val="bg1"/>
                </a:solidFill>
              </a:rPr>
              <a:t>th</a:t>
            </a:r>
            <a:r>
              <a:rPr lang="en-US" sz="1600" dirty="0">
                <a:solidFill>
                  <a:schemeClr val="bg1"/>
                </a:solidFill>
              </a:rPr>
              <a:t>, 2020</a:t>
            </a:r>
          </a:p>
        </p:txBody>
      </p:sp>
    </p:spTree>
    <p:extLst>
      <p:ext uri="{BB962C8B-B14F-4D97-AF65-F5344CB8AC3E}">
        <p14:creationId xmlns:p14="http://schemas.microsoft.com/office/powerpoint/2010/main" val="158040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E7C03-6C00-499F-A643-3E536CCDF3E8}"/>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028C1F2F-17FB-4A64-AD1C-873775A68869}"/>
              </a:ext>
            </a:extLst>
          </p:cNvPr>
          <p:cNvSpPr>
            <a:spLocks noGrp="1"/>
          </p:cNvSpPr>
          <p:nvPr>
            <p:ph idx="1"/>
          </p:nvPr>
        </p:nvSpPr>
        <p:spPr/>
        <p:txBody>
          <a:bodyPr/>
          <a:lstStyle/>
          <a:p>
            <a:r>
              <a:rPr lang="en-US" dirty="0"/>
              <a:t>Background and research motivation </a:t>
            </a:r>
          </a:p>
          <a:p>
            <a:r>
              <a:rPr lang="en-US" dirty="0"/>
              <a:t>Literature review and theoretical development</a:t>
            </a:r>
          </a:p>
          <a:p>
            <a:r>
              <a:rPr lang="en-US" dirty="0"/>
              <a:t>Data and analytical framework</a:t>
            </a:r>
          </a:p>
          <a:p>
            <a:r>
              <a:rPr lang="en-US" dirty="0"/>
              <a:t>Preliminary empirical evidences</a:t>
            </a:r>
          </a:p>
          <a:p>
            <a:r>
              <a:rPr lang="en-US" dirty="0"/>
              <a:t>Limitations, future work, and discussion</a:t>
            </a:r>
          </a:p>
        </p:txBody>
      </p:sp>
    </p:spTree>
    <p:extLst>
      <p:ext uri="{BB962C8B-B14F-4D97-AF65-F5344CB8AC3E}">
        <p14:creationId xmlns:p14="http://schemas.microsoft.com/office/powerpoint/2010/main" val="877276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C9239-CB8B-4ABD-A4F4-1EAA8556CF49}"/>
              </a:ext>
            </a:extLst>
          </p:cNvPr>
          <p:cNvSpPr>
            <a:spLocks noGrp="1"/>
          </p:cNvSpPr>
          <p:nvPr>
            <p:ph type="title"/>
          </p:nvPr>
        </p:nvSpPr>
        <p:spPr/>
        <p:txBody>
          <a:bodyPr/>
          <a:lstStyle/>
          <a:p>
            <a:r>
              <a:rPr lang="en-US" dirty="0"/>
              <a:t>Background and Research Motivation: Agility</a:t>
            </a:r>
          </a:p>
        </p:txBody>
      </p:sp>
      <p:sp>
        <p:nvSpPr>
          <p:cNvPr id="3" name="Content Placeholder 2">
            <a:extLst>
              <a:ext uri="{FF2B5EF4-FFF2-40B4-BE49-F238E27FC236}">
                <a16:creationId xmlns:a16="http://schemas.microsoft.com/office/drawing/2014/main" id="{3E30DA0E-52BA-4E2B-83DB-1F7C01C12DF9}"/>
              </a:ext>
            </a:extLst>
          </p:cNvPr>
          <p:cNvSpPr>
            <a:spLocks noGrp="1"/>
          </p:cNvSpPr>
          <p:nvPr>
            <p:ph idx="1"/>
          </p:nvPr>
        </p:nvSpPr>
        <p:spPr/>
        <p:txBody>
          <a:bodyPr>
            <a:normAutofit/>
          </a:bodyPr>
          <a:lstStyle/>
          <a:p>
            <a:r>
              <a:rPr lang="en-US" sz="1800" dirty="0"/>
              <a:t>Firms have multiple layers of mechanisms through which they respond to the changing environment. </a:t>
            </a:r>
          </a:p>
          <a:p>
            <a:pPr lvl="1"/>
            <a:r>
              <a:rPr lang="en-US" sz="1600" dirty="0"/>
              <a:t>Long-term uncertainties inherent to the industry itself </a:t>
            </a:r>
          </a:p>
          <a:p>
            <a:pPr lvl="2"/>
            <a:r>
              <a:rPr lang="en-US" sz="1400" dirty="0"/>
              <a:t>Choice of manufacturing technologies, decoupling strategy, operation model, business model, and business strategies </a:t>
            </a:r>
          </a:p>
          <a:p>
            <a:pPr lvl="1"/>
            <a:r>
              <a:rPr lang="en-US" sz="1600" dirty="0"/>
              <a:t>Mid-term foreseeable uncertainties from economic conditions</a:t>
            </a:r>
          </a:p>
          <a:p>
            <a:pPr lvl="2"/>
            <a:r>
              <a:rPr lang="en-US" sz="1400" dirty="0"/>
              <a:t>Periodic structural changes through planning activities such as sales and operations planning (S&amp;OP)</a:t>
            </a:r>
          </a:p>
          <a:p>
            <a:pPr lvl="1"/>
            <a:r>
              <a:rPr lang="en-US" sz="1600" dirty="0"/>
              <a:t>Short-term uncertainties</a:t>
            </a:r>
          </a:p>
          <a:p>
            <a:pPr lvl="2"/>
            <a:r>
              <a:rPr lang="en-US" sz="1400" dirty="0"/>
              <a:t>Skillful utilization of slack resources, slack capacity, and/or improvisation</a:t>
            </a:r>
          </a:p>
          <a:p>
            <a:r>
              <a:rPr lang="en-US" sz="1800" dirty="0"/>
              <a:t>Operation and Supply Chain Management (OSCM) Agility is “a strategic ability that assists organizations to </a:t>
            </a:r>
            <a:r>
              <a:rPr lang="en-US" sz="1800" dirty="0">
                <a:highlight>
                  <a:srgbClr val="FFFF00"/>
                </a:highlight>
              </a:rPr>
              <a:t>rapidly</a:t>
            </a:r>
            <a:r>
              <a:rPr lang="en-US" sz="1800" dirty="0"/>
              <a:t> </a:t>
            </a:r>
            <a:r>
              <a:rPr lang="en-US" sz="1800" dirty="0">
                <a:highlight>
                  <a:srgbClr val="FFFF00"/>
                </a:highlight>
              </a:rPr>
              <a:t>sense (</a:t>
            </a:r>
            <a:r>
              <a:rPr lang="en-US" sz="1800" i="1" dirty="0">
                <a:highlight>
                  <a:srgbClr val="FFFF00"/>
                </a:highlight>
              </a:rPr>
              <a:t>cognitive</a:t>
            </a:r>
            <a:r>
              <a:rPr lang="en-US" sz="1800" dirty="0">
                <a:highlight>
                  <a:srgbClr val="FFFF00"/>
                </a:highlight>
              </a:rPr>
              <a:t>)</a:t>
            </a:r>
            <a:r>
              <a:rPr lang="en-US" sz="1800" dirty="0"/>
              <a:t> and </a:t>
            </a:r>
            <a:r>
              <a:rPr lang="en-US" sz="1800" dirty="0">
                <a:highlight>
                  <a:srgbClr val="FFFF00"/>
                </a:highlight>
              </a:rPr>
              <a:t>responds (</a:t>
            </a:r>
            <a:r>
              <a:rPr lang="en-US" sz="1800" i="1" dirty="0">
                <a:highlight>
                  <a:srgbClr val="FFFF00"/>
                </a:highlight>
              </a:rPr>
              <a:t>physical</a:t>
            </a:r>
            <a:r>
              <a:rPr lang="en-US" sz="1800" dirty="0">
                <a:highlight>
                  <a:srgbClr val="FFFF00"/>
                </a:highlight>
              </a:rPr>
              <a:t>) </a:t>
            </a:r>
            <a:r>
              <a:rPr lang="en-US" sz="1800" dirty="0"/>
              <a:t>to internal and external uncertainties via effective integration of supply chain relationships.” (</a:t>
            </a:r>
            <a:r>
              <a:rPr lang="en-US" sz="1800" dirty="0" err="1"/>
              <a:t>Fayezi</a:t>
            </a:r>
            <a:r>
              <a:rPr lang="en-US" sz="1800" dirty="0"/>
              <a:t> et al., 2017)</a:t>
            </a:r>
          </a:p>
        </p:txBody>
      </p:sp>
    </p:spTree>
    <p:extLst>
      <p:ext uri="{BB962C8B-B14F-4D97-AF65-F5344CB8AC3E}">
        <p14:creationId xmlns:p14="http://schemas.microsoft.com/office/powerpoint/2010/main" val="1613117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94C302-EAF5-4152-BC77-9E5A2EF9ACD8}"/>
              </a:ext>
            </a:extLst>
          </p:cNvPr>
          <p:cNvPicPr>
            <a:picLocks noChangeAspect="1"/>
          </p:cNvPicPr>
          <p:nvPr/>
        </p:nvPicPr>
        <p:blipFill>
          <a:blip r:embed="rId3"/>
          <a:stretch>
            <a:fillRect/>
          </a:stretch>
        </p:blipFill>
        <p:spPr>
          <a:xfrm>
            <a:off x="838200" y="252211"/>
            <a:ext cx="6416277" cy="6353577"/>
          </a:xfrm>
          <a:prstGeom prst="rect">
            <a:avLst/>
          </a:prstGeom>
        </p:spPr>
      </p:pic>
      <p:pic>
        <p:nvPicPr>
          <p:cNvPr id="5" name="Picture 4">
            <a:extLst>
              <a:ext uri="{FF2B5EF4-FFF2-40B4-BE49-F238E27FC236}">
                <a16:creationId xmlns:a16="http://schemas.microsoft.com/office/drawing/2014/main" id="{64698A70-E441-4000-A151-A2212C136ACA}"/>
              </a:ext>
            </a:extLst>
          </p:cNvPr>
          <p:cNvPicPr>
            <a:picLocks noChangeAspect="1"/>
          </p:cNvPicPr>
          <p:nvPr/>
        </p:nvPicPr>
        <p:blipFill>
          <a:blip r:embed="rId4"/>
          <a:stretch>
            <a:fillRect/>
          </a:stretch>
        </p:blipFill>
        <p:spPr>
          <a:xfrm>
            <a:off x="6393612" y="2472422"/>
            <a:ext cx="4296073" cy="3855450"/>
          </a:xfrm>
          <a:prstGeom prst="rect">
            <a:avLst/>
          </a:prstGeom>
        </p:spPr>
      </p:pic>
      <p:pic>
        <p:nvPicPr>
          <p:cNvPr id="1034" name="Picture 10">
            <a:extLst>
              <a:ext uri="{FF2B5EF4-FFF2-40B4-BE49-F238E27FC236}">
                <a16:creationId xmlns:a16="http://schemas.microsoft.com/office/drawing/2014/main" id="{A8253498-3D6B-4E66-B408-125BFBE16723}"/>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9708677" y="2076121"/>
            <a:ext cx="981008" cy="39630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B89BE7D-9A7F-4D86-8DD3-94699FCC8458}"/>
              </a:ext>
            </a:extLst>
          </p:cNvPr>
          <p:cNvSpPr txBox="1"/>
          <p:nvPr/>
        </p:nvSpPr>
        <p:spPr>
          <a:xfrm>
            <a:off x="6883160" y="862307"/>
            <a:ext cx="4470640" cy="1015663"/>
          </a:xfrm>
          <a:prstGeom prst="rect">
            <a:avLst/>
          </a:prstGeom>
          <a:solidFill>
            <a:srgbClr val="FFC000"/>
          </a:solidFill>
          <a:ln w="57150">
            <a:solidFill>
              <a:srgbClr val="0070C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nchor="ctr">
            <a:spAutoFit/>
          </a:bodyPr>
          <a:lstStyle/>
          <a:p>
            <a:r>
              <a:rPr lang="en-US" sz="2000" dirty="0">
                <a:solidFill>
                  <a:schemeClr val="tx1"/>
                </a:solidFill>
                <a:latin typeface="Book Antiqua" panose="02040602050305030304" pitchFamily="18" charset="0"/>
              </a:rPr>
              <a:t>Is the ability to sense and respond in face of uncertain events somewhat related to the national culture? </a:t>
            </a:r>
          </a:p>
        </p:txBody>
      </p:sp>
    </p:spTree>
    <p:extLst>
      <p:ext uri="{BB962C8B-B14F-4D97-AF65-F5344CB8AC3E}">
        <p14:creationId xmlns:p14="http://schemas.microsoft.com/office/powerpoint/2010/main" val="59425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fade">
                                      <p:cBhvr>
                                        <p:cTn id="11"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75CD2-8112-4AC2-BE70-0C41093CA203}"/>
              </a:ext>
            </a:extLst>
          </p:cNvPr>
          <p:cNvSpPr>
            <a:spLocks noGrp="1"/>
          </p:cNvSpPr>
          <p:nvPr>
            <p:ph type="title"/>
          </p:nvPr>
        </p:nvSpPr>
        <p:spPr/>
        <p:txBody>
          <a:bodyPr>
            <a:normAutofit fontScale="90000"/>
          </a:bodyPr>
          <a:lstStyle/>
          <a:p>
            <a:r>
              <a:rPr lang="en-US" dirty="0"/>
              <a:t>Background and Research Motivation: Supply chain diversification</a:t>
            </a:r>
          </a:p>
        </p:txBody>
      </p:sp>
      <p:pic>
        <p:nvPicPr>
          <p:cNvPr id="4" name="Picture 3">
            <a:extLst>
              <a:ext uri="{FF2B5EF4-FFF2-40B4-BE49-F238E27FC236}">
                <a16:creationId xmlns:a16="http://schemas.microsoft.com/office/drawing/2014/main" id="{7AF4B149-6A87-46B3-BD84-8F42DE6BE52F}"/>
              </a:ext>
            </a:extLst>
          </p:cNvPr>
          <p:cNvPicPr>
            <a:picLocks noChangeAspect="1"/>
          </p:cNvPicPr>
          <p:nvPr/>
        </p:nvPicPr>
        <p:blipFill>
          <a:blip r:embed="rId2"/>
          <a:stretch>
            <a:fillRect/>
          </a:stretch>
        </p:blipFill>
        <p:spPr>
          <a:xfrm>
            <a:off x="750626" y="1223610"/>
            <a:ext cx="4548687" cy="2867521"/>
          </a:xfrm>
          <a:prstGeom prst="rect">
            <a:avLst/>
          </a:prstGeom>
        </p:spPr>
      </p:pic>
      <p:pic>
        <p:nvPicPr>
          <p:cNvPr id="5" name="Picture 4">
            <a:extLst>
              <a:ext uri="{FF2B5EF4-FFF2-40B4-BE49-F238E27FC236}">
                <a16:creationId xmlns:a16="http://schemas.microsoft.com/office/drawing/2014/main" id="{C51E4B85-42A0-4770-BE03-02172DE9ED83}"/>
              </a:ext>
            </a:extLst>
          </p:cNvPr>
          <p:cNvPicPr>
            <a:picLocks noChangeAspect="1"/>
          </p:cNvPicPr>
          <p:nvPr/>
        </p:nvPicPr>
        <p:blipFill>
          <a:blip r:embed="rId3"/>
          <a:stretch>
            <a:fillRect/>
          </a:stretch>
        </p:blipFill>
        <p:spPr>
          <a:xfrm>
            <a:off x="641434" y="3171890"/>
            <a:ext cx="4767072" cy="3477542"/>
          </a:xfrm>
          <a:prstGeom prst="rect">
            <a:avLst/>
          </a:prstGeom>
        </p:spPr>
      </p:pic>
      <p:pic>
        <p:nvPicPr>
          <p:cNvPr id="7" name="Picture 6">
            <a:extLst>
              <a:ext uri="{FF2B5EF4-FFF2-40B4-BE49-F238E27FC236}">
                <a16:creationId xmlns:a16="http://schemas.microsoft.com/office/drawing/2014/main" id="{6029471E-9D0D-4192-9976-617F32F9E4E1}"/>
              </a:ext>
            </a:extLst>
          </p:cNvPr>
          <p:cNvPicPr>
            <a:picLocks noChangeAspect="1"/>
          </p:cNvPicPr>
          <p:nvPr/>
        </p:nvPicPr>
        <p:blipFill>
          <a:blip r:embed="rId4"/>
          <a:stretch>
            <a:fillRect/>
          </a:stretch>
        </p:blipFill>
        <p:spPr>
          <a:xfrm>
            <a:off x="6056969" y="1216357"/>
            <a:ext cx="5384405" cy="3031420"/>
          </a:xfrm>
          <a:prstGeom prst="rect">
            <a:avLst/>
          </a:prstGeom>
        </p:spPr>
      </p:pic>
      <p:sp>
        <p:nvSpPr>
          <p:cNvPr id="8" name="Rectangle 7">
            <a:extLst>
              <a:ext uri="{FF2B5EF4-FFF2-40B4-BE49-F238E27FC236}">
                <a16:creationId xmlns:a16="http://schemas.microsoft.com/office/drawing/2014/main" id="{872B5052-2260-4E09-88C5-43C7EFEDDE2B}"/>
              </a:ext>
            </a:extLst>
          </p:cNvPr>
          <p:cNvSpPr/>
          <p:nvPr/>
        </p:nvSpPr>
        <p:spPr>
          <a:xfrm>
            <a:off x="675722" y="6510932"/>
            <a:ext cx="8073449" cy="276999"/>
          </a:xfrm>
          <a:prstGeom prst="rect">
            <a:avLst/>
          </a:prstGeom>
        </p:spPr>
        <p:txBody>
          <a:bodyPr wrap="square">
            <a:spAutoFit/>
          </a:bodyPr>
          <a:lstStyle/>
          <a:p>
            <a:r>
              <a:rPr lang="en-US" sz="1200" dirty="0">
                <a:latin typeface="Book Antiqua" panose="02040602050305030304" pitchFamily="18" charset="0"/>
              </a:rPr>
              <a:t>Reference:  https://www.controlrisks.com/riskmap/analyst-picks/asia-supply-chains-options</a:t>
            </a:r>
          </a:p>
        </p:txBody>
      </p:sp>
      <p:sp>
        <p:nvSpPr>
          <p:cNvPr id="9" name="TextBox 8">
            <a:extLst>
              <a:ext uri="{FF2B5EF4-FFF2-40B4-BE49-F238E27FC236}">
                <a16:creationId xmlns:a16="http://schemas.microsoft.com/office/drawing/2014/main" id="{C7257A63-37CB-4137-ADE2-6C32C6046947}"/>
              </a:ext>
            </a:extLst>
          </p:cNvPr>
          <p:cNvSpPr txBox="1"/>
          <p:nvPr/>
        </p:nvSpPr>
        <p:spPr>
          <a:xfrm>
            <a:off x="6056969" y="4187958"/>
            <a:ext cx="5589181" cy="2031325"/>
          </a:xfrm>
          <a:prstGeom prst="rect">
            <a:avLst/>
          </a:prstGeom>
          <a:solidFill>
            <a:srgbClr val="FFC000"/>
          </a:solidFill>
          <a:ln w="57150">
            <a:solidFill>
              <a:srgbClr val="0070C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nchor="ctr">
            <a:spAutoFit/>
          </a:bodyPr>
          <a:lstStyle/>
          <a:p>
            <a:r>
              <a:rPr lang="en-US" dirty="0">
                <a:solidFill>
                  <a:schemeClr val="tx1"/>
                </a:solidFill>
                <a:latin typeface="Book Antiqua" panose="02040602050305030304" pitchFamily="18" charset="0"/>
              </a:rPr>
              <a:t>There is a growing awareness in the risk of relying on overly concentrated supply chain networks.</a:t>
            </a:r>
          </a:p>
          <a:p>
            <a:endParaRPr lang="en-US" dirty="0">
              <a:solidFill>
                <a:schemeClr val="tx1"/>
              </a:solidFill>
              <a:latin typeface="Book Antiqua" panose="02040602050305030304" pitchFamily="18" charset="0"/>
            </a:endParaRPr>
          </a:p>
          <a:p>
            <a:r>
              <a:rPr lang="en-US" dirty="0">
                <a:solidFill>
                  <a:schemeClr val="tx1"/>
                </a:solidFill>
                <a:latin typeface="Book Antiqua" panose="02040602050305030304" pitchFamily="18" charset="0"/>
              </a:rPr>
              <a:t>Post-COVID supply chain diversification process will require firms to re-learn the way strategic planning and operations are being carried out in a new cultural contexts.</a:t>
            </a:r>
          </a:p>
        </p:txBody>
      </p:sp>
    </p:spTree>
    <p:extLst>
      <p:ext uri="{BB962C8B-B14F-4D97-AF65-F5344CB8AC3E}">
        <p14:creationId xmlns:p14="http://schemas.microsoft.com/office/powerpoint/2010/main" val="8632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fade">
                                      <p:cBhvr>
                                        <p:cTn id="7" dur="500"/>
                                        <p:tgtEl>
                                          <p:spTgt spid="9">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fade">
                                      <p:cBhvr>
                                        <p:cTn id="11" dur="500"/>
                                        <p:tgtEl>
                                          <p:spTgt spid="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animEffect transition="in" filter="fade">
                                      <p:cBhvr>
                                        <p:cTn id="16"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BD58-B304-47A1-9CB5-9D1D3B0F6DF6}"/>
              </a:ext>
            </a:extLst>
          </p:cNvPr>
          <p:cNvSpPr>
            <a:spLocks noGrp="1"/>
          </p:cNvSpPr>
          <p:nvPr>
            <p:ph type="title"/>
          </p:nvPr>
        </p:nvSpPr>
        <p:spPr/>
        <p:txBody>
          <a:bodyPr>
            <a:normAutofit fontScale="90000"/>
          </a:bodyPr>
          <a:lstStyle/>
          <a:p>
            <a:r>
              <a:rPr lang="en-US" dirty="0"/>
              <a:t>Background and Research Motivation: Supply chain diversification</a:t>
            </a:r>
          </a:p>
        </p:txBody>
      </p:sp>
      <p:pic>
        <p:nvPicPr>
          <p:cNvPr id="4" name="Picture 3">
            <a:extLst>
              <a:ext uri="{FF2B5EF4-FFF2-40B4-BE49-F238E27FC236}">
                <a16:creationId xmlns:a16="http://schemas.microsoft.com/office/drawing/2014/main" id="{349787FF-CC2A-49AC-A391-1083C73A0A20}"/>
              </a:ext>
            </a:extLst>
          </p:cNvPr>
          <p:cNvPicPr>
            <a:picLocks noChangeAspect="1"/>
          </p:cNvPicPr>
          <p:nvPr/>
        </p:nvPicPr>
        <p:blipFill>
          <a:blip r:embed="rId2"/>
          <a:stretch>
            <a:fillRect/>
          </a:stretch>
        </p:blipFill>
        <p:spPr>
          <a:xfrm>
            <a:off x="844923" y="1233377"/>
            <a:ext cx="6829066" cy="4956893"/>
          </a:xfrm>
          <a:prstGeom prst="rect">
            <a:avLst/>
          </a:prstGeom>
        </p:spPr>
      </p:pic>
      <p:sp>
        <p:nvSpPr>
          <p:cNvPr id="7" name="TextBox 6">
            <a:extLst>
              <a:ext uri="{FF2B5EF4-FFF2-40B4-BE49-F238E27FC236}">
                <a16:creationId xmlns:a16="http://schemas.microsoft.com/office/drawing/2014/main" id="{A7086F89-2198-4FAA-9A0A-36C838DD851F}"/>
              </a:ext>
            </a:extLst>
          </p:cNvPr>
          <p:cNvSpPr txBox="1"/>
          <p:nvPr/>
        </p:nvSpPr>
        <p:spPr>
          <a:xfrm>
            <a:off x="5953764" y="4374388"/>
            <a:ext cx="5400036" cy="1815882"/>
          </a:xfrm>
          <a:prstGeom prst="rect">
            <a:avLst/>
          </a:prstGeom>
          <a:solidFill>
            <a:srgbClr val="FFC000"/>
          </a:solidFill>
          <a:ln w="57150">
            <a:solidFill>
              <a:srgbClr val="0070C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nchor="ctr">
            <a:spAutoFit/>
          </a:bodyPr>
          <a:lstStyle/>
          <a:p>
            <a:r>
              <a:rPr lang="en-US" sz="1400" dirty="0">
                <a:solidFill>
                  <a:schemeClr val="tx1"/>
                </a:solidFill>
                <a:latin typeface="Book Antiqua" panose="02040602050305030304" pitchFamily="18" charset="0"/>
              </a:rPr>
              <a:t>“Future research should investigate </a:t>
            </a:r>
            <a:r>
              <a:rPr lang="en-US" sz="1400" b="1" dirty="0">
                <a:solidFill>
                  <a:schemeClr val="tx1"/>
                </a:solidFill>
                <a:latin typeface="Book Antiqua" panose="02040602050305030304" pitchFamily="18" charset="0"/>
              </a:rPr>
              <a:t>how national culture affects goals, objectives and subsequent decisions pertaining to inventory management, subcontracting, and other OM/SCM areas</a:t>
            </a:r>
            <a:r>
              <a:rPr lang="en-US" sz="1400" dirty="0">
                <a:solidFill>
                  <a:schemeClr val="tx1"/>
                </a:solidFill>
                <a:latin typeface="Book Antiqua" panose="02040602050305030304" pitchFamily="18" charset="0"/>
              </a:rPr>
              <a:t>. </a:t>
            </a:r>
            <a:r>
              <a:rPr lang="en-US" sz="1400" i="1" dirty="0">
                <a:solidFill>
                  <a:schemeClr val="tx1"/>
                </a:solidFill>
                <a:latin typeface="Book Antiqua" panose="02040602050305030304" pitchFamily="18" charset="0"/>
              </a:rPr>
              <a:t>Decisions about safety stock levels and embracing the just-in-time concept may be influenced by national culture</a:t>
            </a:r>
            <a:r>
              <a:rPr lang="en-US" sz="1400" dirty="0">
                <a:solidFill>
                  <a:schemeClr val="tx1"/>
                </a:solidFill>
                <a:latin typeface="Book Antiqua" panose="02040602050305030304" pitchFamily="18" charset="0"/>
              </a:rPr>
              <a:t>. </a:t>
            </a:r>
            <a:r>
              <a:rPr lang="en-US" sz="1400" i="1" dirty="0">
                <a:solidFill>
                  <a:schemeClr val="tx1"/>
                </a:solidFill>
                <a:latin typeface="Book Antiqua" panose="02040602050305030304" pitchFamily="18" charset="0"/>
              </a:rPr>
              <a:t>The tendencies to hoard, to value time and to build operational slack to </a:t>
            </a:r>
            <a:r>
              <a:rPr lang="en-US" sz="1400" dirty="0">
                <a:solidFill>
                  <a:schemeClr val="tx1"/>
                </a:solidFill>
                <a:latin typeface="Book Antiqua" panose="02040602050305030304" pitchFamily="18" charset="0"/>
              </a:rPr>
              <a:t>mask inefficiencies (e.g., in production scheduling) are likely to have their roots in the national culture.”</a:t>
            </a:r>
          </a:p>
        </p:txBody>
      </p:sp>
      <p:pic>
        <p:nvPicPr>
          <p:cNvPr id="6" name="Picture 5">
            <a:extLst>
              <a:ext uri="{FF2B5EF4-FFF2-40B4-BE49-F238E27FC236}">
                <a16:creationId xmlns:a16="http://schemas.microsoft.com/office/drawing/2014/main" id="{B06A4F42-067E-40D8-A841-6A3A65E826C7}"/>
              </a:ext>
            </a:extLst>
          </p:cNvPr>
          <p:cNvPicPr>
            <a:picLocks noChangeAspect="1"/>
          </p:cNvPicPr>
          <p:nvPr/>
        </p:nvPicPr>
        <p:blipFill>
          <a:blip r:embed="rId3"/>
          <a:stretch>
            <a:fillRect/>
          </a:stretch>
        </p:blipFill>
        <p:spPr>
          <a:xfrm>
            <a:off x="7781797" y="1233377"/>
            <a:ext cx="3994682" cy="1844211"/>
          </a:xfrm>
          <a:prstGeom prst="rect">
            <a:avLst/>
          </a:prstGeom>
        </p:spPr>
      </p:pic>
      <p:sp>
        <p:nvSpPr>
          <p:cNvPr id="8" name="TextBox 7">
            <a:extLst>
              <a:ext uri="{FF2B5EF4-FFF2-40B4-BE49-F238E27FC236}">
                <a16:creationId xmlns:a16="http://schemas.microsoft.com/office/drawing/2014/main" id="{3604BFEC-DD5E-45F9-A21E-8D0F2410BF0A}"/>
              </a:ext>
            </a:extLst>
          </p:cNvPr>
          <p:cNvSpPr txBox="1"/>
          <p:nvPr/>
        </p:nvSpPr>
        <p:spPr>
          <a:xfrm>
            <a:off x="7910623" y="3077588"/>
            <a:ext cx="3865856" cy="954107"/>
          </a:xfrm>
          <a:prstGeom prst="rect">
            <a:avLst/>
          </a:prstGeom>
          <a:solidFill>
            <a:srgbClr val="FFC000"/>
          </a:solidFill>
          <a:ln w="57150">
            <a:solidFill>
              <a:srgbClr val="0070C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nchor="ctr">
            <a:spAutoFit/>
          </a:bodyPr>
          <a:lstStyle/>
          <a:p>
            <a:r>
              <a:rPr lang="en-US" sz="1400" dirty="0">
                <a:solidFill>
                  <a:schemeClr val="tx1"/>
                </a:solidFill>
                <a:latin typeface="Book Antiqua" panose="02040602050305030304" pitchFamily="18" charset="0"/>
              </a:rPr>
              <a:t>Surprisingly, the impact of the national culture has received relatively little attention in the OSCM literature (</a:t>
            </a:r>
            <a:r>
              <a:rPr lang="en-US" sz="1400" dirty="0" err="1">
                <a:solidFill>
                  <a:schemeClr val="tx1"/>
                </a:solidFill>
                <a:latin typeface="Book Antiqua" panose="02040602050305030304" pitchFamily="18" charset="0"/>
              </a:rPr>
              <a:t>Boscari</a:t>
            </a:r>
            <a:r>
              <a:rPr lang="en-US" sz="1400" dirty="0">
                <a:solidFill>
                  <a:schemeClr val="tx1"/>
                </a:solidFill>
                <a:latin typeface="Book Antiqua" panose="02040602050305030304" pitchFamily="18" charset="0"/>
              </a:rPr>
              <a:t> et al, 2018; Gupta &amp; Gupta, 2019)</a:t>
            </a:r>
          </a:p>
        </p:txBody>
      </p:sp>
    </p:spTree>
    <p:extLst>
      <p:ext uri="{BB962C8B-B14F-4D97-AF65-F5344CB8AC3E}">
        <p14:creationId xmlns:p14="http://schemas.microsoft.com/office/powerpoint/2010/main" val="2922201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500"/>
                                        <p:tgtEl>
                                          <p:spTgt spid="7">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500"/>
                                        <p:tgtEl>
                                          <p:spTgt spid="7">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bg/>
                                          </p:spTgt>
                                        </p:tgtEl>
                                        <p:attrNameLst>
                                          <p:attrName>style.visibility</p:attrName>
                                        </p:attrNameLst>
                                      </p:cBhvr>
                                      <p:to>
                                        <p:strVal val="visible"/>
                                      </p:to>
                                    </p:set>
                                    <p:animEffect transition="in" filter="fade">
                                      <p:cBhvr>
                                        <p:cTn id="15" dur="500"/>
                                        <p:tgtEl>
                                          <p:spTgt spid="8">
                                            <p:bg/>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Effect transition="in" filter="fade">
                                      <p:cBhvr>
                                        <p:cTn id="19"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P spid="8" grpId="0" uiExpand="1"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7F675-98C0-4263-8ACE-7097E0F59D17}"/>
              </a:ext>
            </a:extLst>
          </p:cNvPr>
          <p:cNvSpPr>
            <a:spLocks noGrp="1"/>
          </p:cNvSpPr>
          <p:nvPr>
            <p:ph type="title"/>
          </p:nvPr>
        </p:nvSpPr>
        <p:spPr/>
        <p:txBody>
          <a:bodyPr/>
          <a:lstStyle/>
          <a:p>
            <a:r>
              <a:rPr lang="en-US" dirty="0"/>
              <a:t>Research Questions</a:t>
            </a:r>
          </a:p>
        </p:txBody>
      </p:sp>
      <p:sp>
        <p:nvSpPr>
          <p:cNvPr id="3" name="Content Placeholder 2">
            <a:extLst>
              <a:ext uri="{FF2B5EF4-FFF2-40B4-BE49-F238E27FC236}">
                <a16:creationId xmlns:a16="http://schemas.microsoft.com/office/drawing/2014/main" id="{7CD6E8B2-0112-4AC0-A069-EBD41113F92E}"/>
              </a:ext>
            </a:extLst>
          </p:cNvPr>
          <p:cNvSpPr>
            <a:spLocks noGrp="1"/>
          </p:cNvSpPr>
          <p:nvPr>
            <p:ph idx="1"/>
          </p:nvPr>
        </p:nvSpPr>
        <p:spPr/>
        <p:txBody>
          <a:bodyPr/>
          <a:lstStyle/>
          <a:p>
            <a:r>
              <a:rPr lang="en-US" dirty="0">
                <a:solidFill>
                  <a:srgbClr val="134FC9"/>
                </a:solidFill>
              </a:rPr>
              <a:t>1) What is the impact of the national culture in firm’s choice of OSCM agility practices?</a:t>
            </a:r>
          </a:p>
          <a:p>
            <a:r>
              <a:rPr lang="en-US" dirty="0">
                <a:solidFill>
                  <a:srgbClr val="134FC9"/>
                </a:solidFill>
              </a:rPr>
              <a:t>2) Is the agility practice more effective in certain national culture? </a:t>
            </a:r>
          </a:p>
          <a:p>
            <a:endParaRPr lang="en-US" dirty="0"/>
          </a:p>
        </p:txBody>
      </p:sp>
    </p:spTree>
    <p:extLst>
      <p:ext uri="{BB962C8B-B14F-4D97-AF65-F5344CB8AC3E}">
        <p14:creationId xmlns:p14="http://schemas.microsoft.com/office/powerpoint/2010/main" val="1989788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E4D8C-04A6-4AE1-84BA-3B9CD6DBB51F}"/>
              </a:ext>
            </a:extLst>
          </p:cNvPr>
          <p:cNvSpPr>
            <a:spLocks noGrp="1"/>
          </p:cNvSpPr>
          <p:nvPr>
            <p:ph type="title"/>
          </p:nvPr>
        </p:nvSpPr>
        <p:spPr/>
        <p:txBody>
          <a:bodyPr/>
          <a:lstStyle/>
          <a:p>
            <a:r>
              <a:rPr lang="en-US" dirty="0"/>
              <a:t>Literature Review (1/3)</a:t>
            </a:r>
          </a:p>
        </p:txBody>
      </p:sp>
      <p:pic>
        <p:nvPicPr>
          <p:cNvPr id="9" name="Picture 8">
            <a:extLst>
              <a:ext uri="{FF2B5EF4-FFF2-40B4-BE49-F238E27FC236}">
                <a16:creationId xmlns:a16="http://schemas.microsoft.com/office/drawing/2014/main" id="{817128DF-743B-4A4E-95A8-8468529C4A07}"/>
              </a:ext>
            </a:extLst>
          </p:cNvPr>
          <p:cNvPicPr>
            <a:picLocks noChangeAspect="1"/>
          </p:cNvPicPr>
          <p:nvPr/>
        </p:nvPicPr>
        <p:blipFill>
          <a:blip r:embed="rId2"/>
          <a:stretch>
            <a:fillRect/>
          </a:stretch>
        </p:blipFill>
        <p:spPr>
          <a:xfrm>
            <a:off x="1593130" y="1254521"/>
            <a:ext cx="9144410" cy="5238354"/>
          </a:xfrm>
          <a:prstGeom prst="rect">
            <a:avLst/>
          </a:prstGeom>
        </p:spPr>
      </p:pic>
    </p:spTree>
    <p:extLst>
      <p:ext uri="{BB962C8B-B14F-4D97-AF65-F5344CB8AC3E}">
        <p14:creationId xmlns:p14="http://schemas.microsoft.com/office/powerpoint/2010/main" val="2383727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5A846-14A6-4C1D-8C91-DE71705F6D0F}"/>
              </a:ext>
            </a:extLst>
          </p:cNvPr>
          <p:cNvSpPr>
            <a:spLocks noGrp="1"/>
          </p:cNvSpPr>
          <p:nvPr>
            <p:ph type="title"/>
          </p:nvPr>
        </p:nvSpPr>
        <p:spPr/>
        <p:txBody>
          <a:bodyPr/>
          <a:lstStyle/>
          <a:p>
            <a:r>
              <a:rPr lang="en-US" dirty="0"/>
              <a:t>Literature Review (2/3)</a:t>
            </a:r>
          </a:p>
        </p:txBody>
      </p:sp>
      <p:pic>
        <p:nvPicPr>
          <p:cNvPr id="4" name="Picture 3">
            <a:extLst>
              <a:ext uri="{FF2B5EF4-FFF2-40B4-BE49-F238E27FC236}">
                <a16:creationId xmlns:a16="http://schemas.microsoft.com/office/drawing/2014/main" id="{E5137FE9-C521-4318-BFFD-E26C216C38E5}"/>
              </a:ext>
            </a:extLst>
          </p:cNvPr>
          <p:cNvPicPr>
            <a:picLocks noChangeAspect="1"/>
          </p:cNvPicPr>
          <p:nvPr/>
        </p:nvPicPr>
        <p:blipFill>
          <a:blip r:embed="rId2"/>
          <a:stretch>
            <a:fillRect/>
          </a:stretch>
        </p:blipFill>
        <p:spPr>
          <a:xfrm>
            <a:off x="1453094" y="1529707"/>
            <a:ext cx="9285812" cy="4373863"/>
          </a:xfrm>
          <a:prstGeom prst="rect">
            <a:avLst/>
          </a:prstGeom>
        </p:spPr>
      </p:pic>
    </p:spTree>
    <p:extLst>
      <p:ext uri="{BB962C8B-B14F-4D97-AF65-F5344CB8AC3E}">
        <p14:creationId xmlns:p14="http://schemas.microsoft.com/office/powerpoint/2010/main" val="1998322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640B5-56CC-4D13-97EC-03AADF64903B}"/>
              </a:ext>
            </a:extLst>
          </p:cNvPr>
          <p:cNvSpPr>
            <a:spLocks noGrp="1"/>
          </p:cNvSpPr>
          <p:nvPr>
            <p:ph type="title"/>
          </p:nvPr>
        </p:nvSpPr>
        <p:spPr/>
        <p:txBody>
          <a:bodyPr/>
          <a:lstStyle/>
          <a:p>
            <a:r>
              <a:rPr lang="en-US" dirty="0"/>
              <a:t>Literature Review (3/3)</a:t>
            </a:r>
          </a:p>
        </p:txBody>
      </p:sp>
      <p:pic>
        <p:nvPicPr>
          <p:cNvPr id="4" name="Picture 3">
            <a:extLst>
              <a:ext uri="{FF2B5EF4-FFF2-40B4-BE49-F238E27FC236}">
                <a16:creationId xmlns:a16="http://schemas.microsoft.com/office/drawing/2014/main" id="{ECF3EF50-203F-4ABF-8B39-9477B441F78D}"/>
              </a:ext>
            </a:extLst>
          </p:cNvPr>
          <p:cNvPicPr>
            <a:picLocks noChangeAspect="1"/>
          </p:cNvPicPr>
          <p:nvPr/>
        </p:nvPicPr>
        <p:blipFill>
          <a:blip r:embed="rId2"/>
          <a:stretch>
            <a:fillRect/>
          </a:stretch>
        </p:blipFill>
        <p:spPr>
          <a:xfrm>
            <a:off x="2136587" y="1420938"/>
            <a:ext cx="7918825" cy="4648862"/>
          </a:xfrm>
          <a:prstGeom prst="rect">
            <a:avLst/>
          </a:prstGeom>
        </p:spPr>
      </p:pic>
    </p:spTree>
    <p:extLst>
      <p:ext uri="{BB962C8B-B14F-4D97-AF65-F5344CB8AC3E}">
        <p14:creationId xmlns:p14="http://schemas.microsoft.com/office/powerpoint/2010/main" val="3285489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E4D8C-04A6-4AE1-84BA-3B9CD6DBB51F}"/>
              </a:ext>
            </a:extLst>
          </p:cNvPr>
          <p:cNvSpPr>
            <a:spLocks noGrp="1"/>
          </p:cNvSpPr>
          <p:nvPr>
            <p:ph type="title"/>
          </p:nvPr>
        </p:nvSpPr>
        <p:spPr/>
        <p:txBody>
          <a:bodyPr/>
          <a:lstStyle/>
          <a:p>
            <a:r>
              <a:rPr lang="en-US" dirty="0"/>
              <a:t>Research Opportunities</a:t>
            </a:r>
          </a:p>
        </p:txBody>
      </p:sp>
      <p:sp>
        <p:nvSpPr>
          <p:cNvPr id="3" name="Content Placeholder 2">
            <a:extLst>
              <a:ext uri="{FF2B5EF4-FFF2-40B4-BE49-F238E27FC236}">
                <a16:creationId xmlns:a16="http://schemas.microsoft.com/office/drawing/2014/main" id="{1492B7F6-C634-4628-A5B8-5A24822FA1C0}"/>
              </a:ext>
            </a:extLst>
          </p:cNvPr>
          <p:cNvSpPr>
            <a:spLocks noGrp="1"/>
          </p:cNvSpPr>
          <p:nvPr>
            <p:ph idx="1"/>
          </p:nvPr>
        </p:nvSpPr>
        <p:spPr/>
        <p:txBody>
          <a:bodyPr/>
          <a:lstStyle/>
          <a:p>
            <a:r>
              <a:rPr lang="en-US" dirty="0"/>
              <a:t>Extant OSCM research studied the impact of the national culture using a small-scale empirical evidences. </a:t>
            </a:r>
          </a:p>
          <a:p>
            <a:r>
              <a:rPr lang="en-US" dirty="0"/>
              <a:t>Only studied with a limited number of countries or very small sample sizes for each country. </a:t>
            </a:r>
          </a:p>
          <a:p>
            <a:r>
              <a:rPr lang="en-US" dirty="0"/>
              <a:t>A more systematic investigation based on a large-scale empirical evidence is needed. </a:t>
            </a:r>
          </a:p>
        </p:txBody>
      </p:sp>
    </p:spTree>
    <p:extLst>
      <p:ext uri="{BB962C8B-B14F-4D97-AF65-F5344CB8AC3E}">
        <p14:creationId xmlns:p14="http://schemas.microsoft.com/office/powerpoint/2010/main" val="190790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9D72-9C42-4046-BBB5-4E99BEF4842C}"/>
              </a:ext>
            </a:extLst>
          </p:cNvPr>
          <p:cNvSpPr>
            <a:spLocks noGrp="1"/>
          </p:cNvSpPr>
          <p:nvPr>
            <p:ph type="title"/>
          </p:nvPr>
        </p:nvSpPr>
        <p:spPr/>
        <p:txBody>
          <a:bodyPr/>
          <a:lstStyle/>
          <a:p>
            <a:r>
              <a:rPr lang="en-US" dirty="0"/>
              <a:t>Theoretical Development: Theory base</a:t>
            </a:r>
          </a:p>
        </p:txBody>
      </p:sp>
      <p:sp>
        <p:nvSpPr>
          <p:cNvPr id="3" name="Content Placeholder 2">
            <a:extLst>
              <a:ext uri="{FF2B5EF4-FFF2-40B4-BE49-F238E27FC236}">
                <a16:creationId xmlns:a16="http://schemas.microsoft.com/office/drawing/2014/main" id="{27EEC682-9C65-48DA-B987-39EAD13A0283}"/>
              </a:ext>
            </a:extLst>
          </p:cNvPr>
          <p:cNvSpPr>
            <a:spLocks noGrp="1"/>
          </p:cNvSpPr>
          <p:nvPr>
            <p:ph idx="1"/>
          </p:nvPr>
        </p:nvSpPr>
        <p:spPr/>
        <p:txBody>
          <a:bodyPr>
            <a:normAutofit fontScale="92500" lnSpcReduction="10000"/>
          </a:bodyPr>
          <a:lstStyle/>
          <a:p>
            <a:r>
              <a:rPr lang="en-US" dirty="0"/>
              <a:t>Behavioral operations management</a:t>
            </a:r>
          </a:p>
          <a:p>
            <a:pPr lvl="1"/>
            <a:r>
              <a:rPr lang="en-US" dirty="0"/>
              <a:t>Neo-classical economic theories suggest that managers make rational decisions that maximize the utility and the profits (Becker, 1976). </a:t>
            </a:r>
          </a:p>
          <a:p>
            <a:pPr lvl="1"/>
            <a:r>
              <a:rPr lang="en-US" dirty="0"/>
              <a:t>However, recent discoveries in the behavioral operations management literature suggest that people often make decisions that are not rational and thus achieve profits far less than the theoretical predictions (Schweitzer &amp; </a:t>
            </a:r>
            <a:r>
              <a:rPr lang="en-US" dirty="0" err="1"/>
              <a:t>Cachon</a:t>
            </a:r>
            <a:r>
              <a:rPr lang="en-US" dirty="0"/>
              <a:t>, 2000; </a:t>
            </a:r>
            <a:r>
              <a:rPr lang="en-US" dirty="0" err="1"/>
              <a:t>Croson</a:t>
            </a:r>
            <a:r>
              <a:rPr lang="en-US" dirty="0"/>
              <a:t> &amp; Donohue, 2006; Chen &amp; Zhao, 2015). </a:t>
            </a:r>
          </a:p>
          <a:p>
            <a:pPr lvl="1"/>
            <a:r>
              <a:rPr lang="en-US" dirty="0"/>
              <a:t>Increasingly, scholars identify the linkages between the behavioral causes to the national culture (Eckerd et al., 2016; </a:t>
            </a:r>
            <a:r>
              <a:rPr lang="en-US" dirty="0" err="1"/>
              <a:t>Durach</a:t>
            </a:r>
            <a:r>
              <a:rPr lang="en-US" dirty="0"/>
              <a:t> &amp; </a:t>
            </a:r>
            <a:r>
              <a:rPr lang="en-US" dirty="0" err="1"/>
              <a:t>Wiengarten</a:t>
            </a:r>
            <a:r>
              <a:rPr lang="en-US" dirty="0"/>
              <a:t>, 2019; Li et al., 2019).</a:t>
            </a:r>
          </a:p>
          <a:p>
            <a:r>
              <a:rPr lang="en-US" dirty="0"/>
              <a:t>Hofstede Cultural Theory</a:t>
            </a:r>
          </a:p>
          <a:p>
            <a:pPr lvl="1"/>
            <a:r>
              <a:rPr lang="en-US" dirty="0"/>
              <a:t>The collective programming of the mind that distinguishes the members of one group or category of people from others (Hofstede, 1980)</a:t>
            </a:r>
          </a:p>
          <a:p>
            <a:pPr lvl="1"/>
            <a:r>
              <a:rPr lang="en-US" dirty="0"/>
              <a:t>The national culture is known to related to the various level of risk perception (cognitive dimension) and behavioral motives (behavioral dimension); </a:t>
            </a:r>
          </a:p>
          <a:p>
            <a:pPr lvl="1"/>
            <a:endParaRPr lang="en-US" dirty="0"/>
          </a:p>
          <a:p>
            <a:endParaRPr lang="en-US" dirty="0"/>
          </a:p>
        </p:txBody>
      </p:sp>
    </p:spTree>
    <p:extLst>
      <p:ext uri="{BB962C8B-B14F-4D97-AF65-F5344CB8AC3E}">
        <p14:creationId xmlns:p14="http://schemas.microsoft.com/office/powerpoint/2010/main" val="104419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411E5-6C37-4C65-A3B6-8B5AAD7F3C5F}"/>
              </a:ext>
            </a:extLst>
          </p:cNvPr>
          <p:cNvSpPr>
            <a:spLocks noGrp="1"/>
          </p:cNvSpPr>
          <p:nvPr>
            <p:ph type="title"/>
          </p:nvPr>
        </p:nvSpPr>
        <p:spPr/>
        <p:txBody>
          <a:bodyPr/>
          <a:lstStyle/>
          <a:p>
            <a:r>
              <a:rPr lang="en-US" dirty="0"/>
              <a:t>Theoretical Development: Conceptual Model</a:t>
            </a:r>
          </a:p>
        </p:txBody>
      </p:sp>
      <p:sp>
        <p:nvSpPr>
          <p:cNvPr id="4" name="Rectangle 3">
            <a:extLst>
              <a:ext uri="{FF2B5EF4-FFF2-40B4-BE49-F238E27FC236}">
                <a16:creationId xmlns:a16="http://schemas.microsoft.com/office/drawing/2014/main" id="{D043507A-7958-4A9E-85D8-67908671AEB5}"/>
              </a:ext>
            </a:extLst>
          </p:cNvPr>
          <p:cNvSpPr/>
          <p:nvPr/>
        </p:nvSpPr>
        <p:spPr>
          <a:xfrm>
            <a:off x="3644894" y="3506309"/>
            <a:ext cx="1929384" cy="7315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ok Antiqua" panose="02040602050305030304" pitchFamily="18" charset="0"/>
              </a:rPr>
              <a:t>OSCM Agility Practices</a:t>
            </a:r>
          </a:p>
        </p:txBody>
      </p:sp>
      <p:sp>
        <p:nvSpPr>
          <p:cNvPr id="5" name="Rectangle 4">
            <a:extLst>
              <a:ext uri="{FF2B5EF4-FFF2-40B4-BE49-F238E27FC236}">
                <a16:creationId xmlns:a16="http://schemas.microsoft.com/office/drawing/2014/main" id="{EEBE19ED-C677-47F8-A500-45A18759DAC1}"/>
              </a:ext>
            </a:extLst>
          </p:cNvPr>
          <p:cNvSpPr/>
          <p:nvPr/>
        </p:nvSpPr>
        <p:spPr>
          <a:xfrm>
            <a:off x="8261092" y="3506309"/>
            <a:ext cx="1929384" cy="7315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ok Antiqua" panose="02040602050305030304" pitchFamily="18" charset="0"/>
              </a:rPr>
              <a:t>Agility Outcome</a:t>
            </a:r>
          </a:p>
        </p:txBody>
      </p:sp>
      <p:cxnSp>
        <p:nvCxnSpPr>
          <p:cNvPr id="6" name="Straight Arrow Connector 5">
            <a:extLst>
              <a:ext uri="{FF2B5EF4-FFF2-40B4-BE49-F238E27FC236}">
                <a16:creationId xmlns:a16="http://schemas.microsoft.com/office/drawing/2014/main" id="{7A353074-EC5C-46FA-9A73-CD898C985E15}"/>
              </a:ext>
            </a:extLst>
          </p:cNvPr>
          <p:cNvCxnSpPr>
            <a:stCxn id="4" idx="3"/>
            <a:endCxn id="5" idx="1"/>
          </p:cNvCxnSpPr>
          <p:nvPr/>
        </p:nvCxnSpPr>
        <p:spPr>
          <a:xfrm>
            <a:off x="5574278" y="3872069"/>
            <a:ext cx="2686814"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3C694BB-08C8-4C06-B2FF-8B403ADE2CD9}"/>
              </a:ext>
            </a:extLst>
          </p:cNvPr>
          <p:cNvSpPr/>
          <p:nvPr/>
        </p:nvSpPr>
        <p:spPr>
          <a:xfrm>
            <a:off x="5834121" y="1535648"/>
            <a:ext cx="1929384" cy="7315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ok Antiqua" panose="02040602050305030304" pitchFamily="18" charset="0"/>
              </a:rPr>
              <a:t>National Culture Traits</a:t>
            </a:r>
          </a:p>
        </p:txBody>
      </p:sp>
      <p:cxnSp>
        <p:nvCxnSpPr>
          <p:cNvPr id="8" name="Straight Arrow Connector 7">
            <a:extLst>
              <a:ext uri="{FF2B5EF4-FFF2-40B4-BE49-F238E27FC236}">
                <a16:creationId xmlns:a16="http://schemas.microsoft.com/office/drawing/2014/main" id="{72163F54-62D9-4274-B969-F97E8E40F63D}"/>
              </a:ext>
            </a:extLst>
          </p:cNvPr>
          <p:cNvCxnSpPr>
            <a:cxnSpLocks/>
            <a:stCxn id="7" idx="2"/>
          </p:cNvCxnSpPr>
          <p:nvPr/>
        </p:nvCxnSpPr>
        <p:spPr>
          <a:xfrm>
            <a:off x="6798813" y="2267168"/>
            <a:ext cx="0" cy="1604901"/>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CA36E82-83C7-442F-B531-FFCE92F8C87A}"/>
              </a:ext>
            </a:extLst>
          </p:cNvPr>
          <p:cNvCxnSpPr>
            <a:cxnSpLocks/>
            <a:stCxn id="7" idx="2"/>
            <a:endCxn id="4" idx="0"/>
          </p:cNvCxnSpPr>
          <p:nvPr/>
        </p:nvCxnSpPr>
        <p:spPr>
          <a:xfrm flipH="1">
            <a:off x="4609586" y="2267168"/>
            <a:ext cx="2189227" cy="1239141"/>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13EA0AE-C1EA-47EB-AD4B-04B72C2D4F21}"/>
              </a:ext>
            </a:extLst>
          </p:cNvPr>
          <p:cNvSpPr txBox="1"/>
          <p:nvPr/>
        </p:nvSpPr>
        <p:spPr>
          <a:xfrm>
            <a:off x="517683" y="2700286"/>
            <a:ext cx="3865856" cy="738664"/>
          </a:xfrm>
          <a:prstGeom prst="rect">
            <a:avLst/>
          </a:prstGeom>
          <a:solidFill>
            <a:srgbClr val="FFC000"/>
          </a:solidFill>
          <a:ln w="57150">
            <a:solidFill>
              <a:srgbClr val="0070C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nchor="ctr">
            <a:spAutoFit/>
          </a:bodyPr>
          <a:lstStyle/>
          <a:p>
            <a:r>
              <a:rPr lang="en-US" sz="1400" dirty="0">
                <a:solidFill>
                  <a:schemeClr val="tx1"/>
                </a:solidFill>
                <a:latin typeface="Book Antiqua" panose="02040602050305030304" pitchFamily="18" charset="0"/>
              </a:rPr>
              <a:t>Countries in different national culture will have different level of agility practices. </a:t>
            </a:r>
          </a:p>
          <a:p>
            <a:r>
              <a:rPr lang="en-US" sz="1400" i="1" dirty="0">
                <a:solidFill>
                  <a:schemeClr val="tx1"/>
                </a:solidFill>
                <a:latin typeface="Book Antiqua" panose="02040602050305030304" pitchFamily="18" charset="0"/>
              </a:rPr>
              <a:t>Regression language: Intercept</a:t>
            </a:r>
          </a:p>
        </p:txBody>
      </p:sp>
      <p:sp>
        <p:nvSpPr>
          <p:cNvPr id="14" name="TextBox 13">
            <a:extLst>
              <a:ext uri="{FF2B5EF4-FFF2-40B4-BE49-F238E27FC236}">
                <a16:creationId xmlns:a16="http://schemas.microsoft.com/office/drawing/2014/main" id="{4916E87F-A711-4F1A-BCC7-229FC5429807}"/>
              </a:ext>
            </a:extLst>
          </p:cNvPr>
          <p:cNvSpPr txBox="1"/>
          <p:nvPr/>
        </p:nvSpPr>
        <p:spPr>
          <a:xfrm>
            <a:off x="7292856" y="4480429"/>
            <a:ext cx="3865856" cy="738664"/>
          </a:xfrm>
          <a:prstGeom prst="rect">
            <a:avLst/>
          </a:prstGeom>
          <a:solidFill>
            <a:srgbClr val="FFC000"/>
          </a:solidFill>
          <a:ln w="57150">
            <a:solidFill>
              <a:srgbClr val="0070C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nchor="ctr">
            <a:spAutoFit/>
          </a:bodyPr>
          <a:lstStyle/>
          <a:p>
            <a:r>
              <a:rPr lang="en-US" sz="1400" dirty="0">
                <a:solidFill>
                  <a:schemeClr val="tx1"/>
                </a:solidFill>
                <a:latin typeface="Book Antiqua" panose="02040602050305030304" pitchFamily="18" charset="0"/>
              </a:rPr>
              <a:t>Agility practices will be more effective in countries with certain cultural traits. </a:t>
            </a:r>
          </a:p>
          <a:p>
            <a:r>
              <a:rPr lang="en-US" sz="1400" i="1" dirty="0">
                <a:solidFill>
                  <a:schemeClr val="tx1"/>
                </a:solidFill>
                <a:latin typeface="Book Antiqua" panose="02040602050305030304" pitchFamily="18" charset="0"/>
              </a:rPr>
              <a:t>Regression language: Slope</a:t>
            </a:r>
          </a:p>
        </p:txBody>
      </p:sp>
    </p:spTree>
    <p:extLst>
      <p:ext uri="{BB962C8B-B14F-4D97-AF65-F5344CB8AC3E}">
        <p14:creationId xmlns:p14="http://schemas.microsoft.com/office/powerpoint/2010/main" val="102777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bg/>
                                          </p:spTgt>
                                        </p:tgtEl>
                                        <p:attrNameLst>
                                          <p:attrName>style.visibility</p:attrName>
                                        </p:attrNameLst>
                                      </p:cBhvr>
                                      <p:to>
                                        <p:strVal val="visible"/>
                                      </p:to>
                                    </p:set>
                                    <p:animEffect transition="in" filter="fade">
                                      <p:cBhvr>
                                        <p:cTn id="7" dur="500"/>
                                        <p:tgtEl>
                                          <p:spTgt spid="13">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500"/>
                                        <p:tgtEl>
                                          <p:spTgt spid="1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bg/>
                                          </p:spTgt>
                                        </p:tgtEl>
                                        <p:attrNameLst>
                                          <p:attrName>style.visibility</p:attrName>
                                        </p:attrNameLst>
                                      </p:cBhvr>
                                      <p:to>
                                        <p:strVal val="visible"/>
                                      </p:to>
                                    </p:set>
                                    <p:animEffect transition="in" filter="fade">
                                      <p:cBhvr>
                                        <p:cTn id="15" dur="500"/>
                                        <p:tgtEl>
                                          <p:spTgt spid="14">
                                            <p:bg/>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animEffect transition="in" filter="fade">
                                      <p:cBhvr>
                                        <p:cTn id="19"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animBg="1"/>
      <p:bldP spid="14" grpId="0" uiExpand="1"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FF152075-49CA-496C-BD08-3BE0B09F8254}"/>
              </a:ext>
            </a:extLst>
          </p:cNvPr>
          <p:cNvSpPr/>
          <p:nvPr/>
        </p:nvSpPr>
        <p:spPr>
          <a:xfrm>
            <a:off x="3119531" y="3829414"/>
            <a:ext cx="3498111" cy="194238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8A681BE-9772-4CEF-978F-44E4EE93C87A}"/>
              </a:ext>
            </a:extLst>
          </p:cNvPr>
          <p:cNvSpPr/>
          <p:nvPr/>
        </p:nvSpPr>
        <p:spPr>
          <a:xfrm>
            <a:off x="3115340" y="1834592"/>
            <a:ext cx="3498111" cy="194238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3CF153-A1D4-444A-AD51-34619AD48BF8}"/>
              </a:ext>
            </a:extLst>
          </p:cNvPr>
          <p:cNvSpPr>
            <a:spLocks noGrp="1"/>
          </p:cNvSpPr>
          <p:nvPr>
            <p:ph type="title"/>
          </p:nvPr>
        </p:nvSpPr>
        <p:spPr/>
        <p:txBody>
          <a:bodyPr/>
          <a:lstStyle/>
          <a:p>
            <a:r>
              <a:rPr lang="en-US" dirty="0"/>
              <a:t>Agility Practices: A Second-order Construct</a:t>
            </a:r>
          </a:p>
        </p:txBody>
      </p:sp>
      <p:sp>
        <p:nvSpPr>
          <p:cNvPr id="4" name="Oval 3">
            <a:extLst>
              <a:ext uri="{FF2B5EF4-FFF2-40B4-BE49-F238E27FC236}">
                <a16:creationId xmlns:a16="http://schemas.microsoft.com/office/drawing/2014/main" id="{322A307E-D777-4C93-AC59-1FFE77CDA4D1}"/>
              </a:ext>
            </a:extLst>
          </p:cNvPr>
          <p:cNvSpPr/>
          <p:nvPr/>
        </p:nvSpPr>
        <p:spPr>
          <a:xfrm>
            <a:off x="165731" y="3411221"/>
            <a:ext cx="2488019" cy="73152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ok Antiqua" panose="02040602050305030304" pitchFamily="18" charset="0"/>
              </a:rPr>
              <a:t>OSCM Agility Practices</a:t>
            </a:r>
          </a:p>
        </p:txBody>
      </p:sp>
      <p:sp>
        <p:nvSpPr>
          <p:cNvPr id="7" name="Oval 6">
            <a:extLst>
              <a:ext uri="{FF2B5EF4-FFF2-40B4-BE49-F238E27FC236}">
                <a16:creationId xmlns:a16="http://schemas.microsoft.com/office/drawing/2014/main" id="{C34C8CAF-90C6-4015-97A4-6D9264E40DF7}"/>
              </a:ext>
            </a:extLst>
          </p:cNvPr>
          <p:cNvSpPr/>
          <p:nvPr/>
        </p:nvSpPr>
        <p:spPr>
          <a:xfrm>
            <a:off x="3417072" y="2036965"/>
            <a:ext cx="2907528" cy="73152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ok Antiqua" panose="02040602050305030304" pitchFamily="18" charset="0"/>
              </a:rPr>
              <a:t>Sensing capability in production</a:t>
            </a:r>
          </a:p>
        </p:txBody>
      </p:sp>
      <p:sp>
        <p:nvSpPr>
          <p:cNvPr id="8" name="Oval 7">
            <a:extLst>
              <a:ext uri="{FF2B5EF4-FFF2-40B4-BE49-F238E27FC236}">
                <a16:creationId xmlns:a16="http://schemas.microsoft.com/office/drawing/2014/main" id="{F735D710-F98D-4CA0-AE23-FE7F4718AE9C}"/>
              </a:ext>
            </a:extLst>
          </p:cNvPr>
          <p:cNvSpPr/>
          <p:nvPr/>
        </p:nvSpPr>
        <p:spPr>
          <a:xfrm>
            <a:off x="3417071" y="2960225"/>
            <a:ext cx="2907528" cy="73152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ok Antiqua" panose="02040602050305030304" pitchFamily="18" charset="0"/>
              </a:rPr>
              <a:t>Sensing capability in supply chain</a:t>
            </a:r>
          </a:p>
        </p:txBody>
      </p:sp>
      <p:sp>
        <p:nvSpPr>
          <p:cNvPr id="9" name="Oval 8">
            <a:extLst>
              <a:ext uri="{FF2B5EF4-FFF2-40B4-BE49-F238E27FC236}">
                <a16:creationId xmlns:a16="http://schemas.microsoft.com/office/drawing/2014/main" id="{C8A1368E-2FE2-408C-8ED9-81FC9A985154}"/>
              </a:ext>
            </a:extLst>
          </p:cNvPr>
          <p:cNvSpPr/>
          <p:nvPr/>
        </p:nvSpPr>
        <p:spPr>
          <a:xfrm>
            <a:off x="3417071" y="3883485"/>
            <a:ext cx="2907528" cy="73152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ok Antiqua" panose="02040602050305030304" pitchFamily="18" charset="0"/>
              </a:rPr>
              <a:t>Proactive risk management</a:t>
            </a:r>
          </a:p>
        </p:txBody>
      </p:sp>
      <p:sp>
        <p:nvSpPr>
          <p:cNvPr id="10" name="Oval 9">
            <a:extLst>
              <a:ext uri="{FF2B5EF4-FFF2-40B4-BE49-F238E27FC236}">
                <a16:creationId xmlns:a16="http://schemas.microsoft.com/office/drawing/2014/main" id="{F7615A2E-F89B-4901-A4BC-8279E3802923}"/>
              </a:ext>
            </a:extLst>
          </p:cNvPr>
          <p:cNvSpPr/>
          <p:nvPr/>
        </p:nvSpPr>
        <p:spPr>
          <a:xfrm>
            <a:off x="3417071" y="4806744"/>
            <a:ext cx="2907528" cy="87104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ok Antiqua" panose="02040602050305030304" pitchFamily="18" charset="0"/>
              </a:rPr>
              <a:t>Proactive workforce development</a:t>
            </a:r>
          </a:p>
        </p:txBody>
      </p:sp>
      <p:cxnSp>
        <p:nvCxnSpPr>
          <p:cNvPr id="13" name="Straight Arrow Connector 12">
            <a:extLst>
              <a:ext uri="{FF2B5EF4-FFF2-40B4-BE49-F238E27FC236}">
                <a16:creationId xmlns:a16="http://schemas.microsoft.com/office/drawing/2014/main" id="{0FE49575-FC61-47E7-8ED2-30DA34F2AE3A}"/>
              </a:ext>
            </a:extLst>
          </p:cNvPr>
          <p:cNvCxnSpPr>
            <a:cxnSpLocks/>
            <a:stCxn id="4" idx="6"/>
            <a:endCxn id="7" idx="2"/>
          </p:cNvCxnSpPr>
          <p:nvPr/>
        </p:nvCxnSpPr>
        <p:spPr>
          <a:xfrm flipV="1">
            <a:off x="2653750" y="2402725"/>
            <a:ext cx="763322" cy="1374256"/>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E8C56BF-31DA-4E7F-B15A-2FB2FBAB9891}"/>
              </a:ext>
            </a:extLst>
          </p:cNvPr>
          <p:cNvCxnSpPr>
            <a:cxnSpLocks/>
            <a:stCxn id="4" idx="6"/>
            <a:endCxn id="8" idx="2"/>
          </p:cNvCxnSpPr>
          <p:nvPr/>
        </p:nvCxnSpPr>
        <p:spPr>
          <a:xfrm flipV="1">
            <a:off x="2653750" y="3325985"/>
            <a:ext cx="763321" cy="450996"/>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72CDFB9-CA4F-43D1-8941-AE0BCD7F716F}"/>
              </a:ext>
            </a:extLst>
          </p:cNvPr>
          <p:cNvCxnSpPr>
            <a:cxnSpLocks/>
            <a:stCxn id="4" idx="6"/>
            <a:endCxn id="9" idx="2"/>
          </p:cNvCxnSpPr>
          <p:nvPr/>
        </p:nvCxnSpPr>
        <p:spPr>
          <a:xfrm>
            <a:off x="2653750" y="3776981"/>
            <a:ext cx="763321" cy="472264"/>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704074F-01A9-4D1C-8FE5-503E977E9875}"/>
              </a:ext>
            </a:extLst>
          </p:cNvPr>
          <p:cNvCxnSpPr>
            <a:cxnSpLocks/>
            <a:stCxn id="4" idx="6"/>
            <a:endCxn id="10" idx="2"/>
          </p:cNvCxnSpPr>
          <p:nvPr/>
        </p:nvCxnSpPr>
        <p:spPr>
          <a:xfrm>
            <a:off x="2653750" y="3776981"/>
            <a:ext cx="763321" cy="1465284"/>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E3B468AD-48C8-435E-8717-A0DD68E824B5}"/>
              </a:ext>
            </a:extLst>
          </p:cNvPr>
          <p:cNvSpPr/>
          <p:nvPr/>
        </p:nvSpPr>
        <p:spPr>
          <a:xfrm>
            <a:off x="6711393" y="1834522"/>
            <a:ext cx="5118254" cy="923330"/>
          </a:xfrm>
          <a:prstGeom prst="rect">
            <a:avLst/>
          </a:prstGeom>
          <a:solidFill>
            <a:schemeClr val="accent4">
              <a:lumMod val="20000"/>
              <a:lumOff val="80000"/>
            </a:schemeClr>
          </a:solidFill>
        </p:spPr>
        <p:txBody>
          <a:bodyPr wrap="square">
            <a:spAutoFit/>
          </a:bodyPr>
          <a:lstStyle/>
          <a:p>
            <a:r>
              <a:rPr lang="en-US" dirty="0">
                <a:latin typeface="Book Antiqua" panose="02040602050305030304" pitchFamily="18" charset="0"/>
              </a:rPr>
              <a:t>The extent to which production activities are constantly forecasted and monitored through prudent planning and use of technology.</a:t>
            </a:r>
          </a:p>
        </p:txBody>
      </p:sp>
      <p:sp>
        <p:nvSpPr>
          <p:cNvPr id="39" name="Rectangle 38">
            <a:extLst>
              <a:ext uri="{FF2B5EF4-FFF2-40B4-BE49-F238E27FC236}">
                <a16:creationId xmlns:a16="http://schemas.microsoft.com/office/drawing/2014/main" id="{555E4601-4DC4-434B-B81C-E5BF295EDFC4}"/>
              </a:ext>
            </a:extLst>
          </p:cNvPr>
          <p:cNvSpPr/>
          <p:nvPr/>
        </p:nvSpPr>
        <p:spPr>
          <a:xfrm>
            <a:off x="6698512" y="2843018"/>
            <a:ext cx="5131135" cy="923330"/>
          </a:xfrm>
          <a:prstGeom prst="rect">
            <a:avLst/>
          </a:prstGeom>
          <a:solidFill>
            <a:schemeClr val="accent4">
              <a:lumMod val="20000"/>
              <a:lumOff val="80000"/>
            </a:schemeClr>
          </a:solidFill>
        </p:spPr>
        <p:txBody>
          <a:bodyPr wrap="square">
            <a:spAutoFit/>
          </a:bodyPr>
          <a:lstStyle/>
          <a:p>
            <a:r>
              <a:rPr lang="en-US" dirty="0">
                <a:latin typeface="Book Antiqua" panose="02040602050305030304" pitchFamily="18" charset="0"/>
              </a:rPr>
              <a:t>The extent to which supply chain activities are carefully planned, information are actively shared, and changes are constantly monitored. </a:t>
            </a:r>
          </a:p>
        </p:txBody>
      </p:sp>
      <p:sp>
        <p:nvSpPr>
          <p:cNvPr id="40" name="Rectangle 39">
            <a:extLst>
              <a:ext uri="{FF2B5EF4-FFF2-40B4-BE49-F238E27FC236}">
                <a16:creationId xmlns:a16="http://schemas.microsoft.com/office/drawing/2014/main" id="{AA83B0F2-04F8-4DF4-B720-77C6F7083854}"/>
              </a:ext>
            </a:extLst>
          </p:cNvPr>
          <p:cNvSpPr/>
          <p:nvPr/>
        </p:nvSpPr>
        <p:spPr>
          <a:xfrm>
            <a:off x="6724274" y="3839977"/>
            <a:ext cx="5118254" cy="923330"/>
          </a:xfrm>
          <a:prstGeom prst="rect">
            <a:avLst/>
          </a:prstGeom>
          <a:solidFill>
            <a:schemeClr val="accent4">
              <a:lumMod val="20000"/>
              <a:lumOff val="80000"/>
            </a:schemeClr>
          </a:solidFill>
        </p:spPr>
        <p:txBody>
          <a:bodyPr wrap="square">
            <a:spAutoFit/>
          </a:bodyPr>
          <a:lstStyle/>
          <a:p>
            <a:r>
              <a:rPr lang="en-US" dirty="0">
                <a:latin typeface="Book Antiqua" panose="02040602050305030304" pitchFamily="18" charset="0"/>
              </a:rPr>
              <a:t>The extent to which swift reactions are enabled and encouraged through implementation of emergency planning and slack resources. </a:t>
            </a:r>
          </a:p>
        </p:txBody>
      </p:sp>
      <p:sp>
        <p:nvSpPr>
          <p:cNvPr id="41" name="Rectangle 40">
            <a:extLst>
              <a:ext uri="{FF2B5EF4-FFF2-40B4-BE49-F238E27FC236}">
                <a16:creationId xmlns:a16="http://schemas.microsoft.com/office/drawing/2014/main" id="{F0EB2A8D-2984-4C2D-960A-246F1E3EC585}"/>
              </a:ext>
            </a:extLst>
          </p:cNvPr>
          <p:cNvSpPr/>
          <p:nvPr/>
        </p:nvSpPr>
        <p:spPr>
          <a:xfrm>
            <a:off x="6711393" y="4848473"/>
            <a:ext cx="5131135" cy="923330"/>
          </a:xfrm>
          <a:prstGeom prst="rect">
            <a:avLst/>
          </a:prstGeom>
          <a:solidFill>
            <a:schemeClr val="accent4">
              <a:lumMod val="20000"/>
              <a:lumOff val="80000"/>
            </a:schemeClr>
          </a:solidFill>
        </p:spPr>
        <p:txBody>
          <a:bodyPr wrap="square">
            <a:spAutoFit/>
          </a:bodyPr>
          <a:lstStyle/>
          <a:p>
            <a:r>
              <a:rPr lang="en-US" dirty="0">
                <a:latin typeface="Book Antiqua" panose="02040602050305030304" pitchFamily="18" charset="0"/>
              </a:rPr>
              <a:t>The extent to which workforces are equipped and empowered to freely and effectively respond in times of sudden changes. </a:t>
            </a:r>
          </a:p>
        </p:txBody>
      </p:sp>
    </p:spTree>
    <p:extLst>
      <p:ext uri="{BB962C8B-B14F-4D97-AF65-F5344CB8AC3E}">
        <p14:creationId xmlns:p14="http://schemas.microsoft.com/office/powerpoint/2010/main" val="1987648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CF153-A1D4-444A-AD51-34619AD48BF8}"/>
              </a:ext>
            </a:extLst>
          </p:cNvPr>
          <p:cNvSpPr>
            <a:spLocks noGrp="1"/>
          </p:cNvSpPr>
          <p:nvPr>
            <p:ph type="title"/>
          </p:nvPr>
        </p:nvSpPr>
        <p:spPr/>
        <p:txBody>
          <a:bodyPr/>
          <a:lstStyle/>
          <a:p>
            <a:r>
              <a:rPr lang="en-US" dirty="0"/>
              <a:t>Agility Outcome: A Second-order Construct</a:t>
            </a:r>
          </a:p>
        </p:txBody>
      </p:sp>
      <p:sp>
        <p:nvSpPr>
          <p:cNvPr id="4" name="Oval 3">
            <a:extLst>
              <a:ext uri="{FF2B5EF4-FFF2-40B4-BE49-F238E27FC236}">
                <a16:creationId xmlns:a16="http://schemas.microsoft.com/office/drawing/2014/main" id="{322A307E-D777-4C93-AC59-1FFE77CDA4D1}"/>
              </a:ext>
            </a:extLst>
          </p:cNvPr>
          <p:cNvSpPr/>
          <p:nvPr/>
        </p:nvSpPr>
        <p:spPr>
          <a:xfrm>
            <a:off x="838200" y="3394630"/>
            <a:ext cx="2488019" cy="73152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ok Antiqua" panose="02040602050305030304" pitchFamily="18" charset="0"/>
              </a:rPr>
              <a:t>Agility Outcome</a:t>
            </a:r>
          </a:p>
        </p:txBody>
      </p:sp>
      <p:sp>
        <p:nvSpPr>
          <p:cNvPr id="7" name="Oval 6">
            <a:extLst>
              <a:ext uri="{FF2B5EF4-FFF2-40B4-BE49-F238E27FC236}">
                <a16:creationId xmlns:a16="http://schemas.microsoft.com/office/drawing/2014/main" id="{C34C8CAF-90C6-4015-97A4-6D9264E40DF7}"/>
              </a:ext>
            </a:extLst>
          </p:cNvPr>
          <p:cNvSpPr/>
          <p:nvPr/>
        </p:nvSpPr>
        <p:spPr>
          <a:xfrm>
            <a:off x="3995420" y="2974821"/>
            <a:ext cx="2203360" cy="73152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ok Antiqua" panose="02040602050305030304" pitchFamily="18" charset="0"/>
              </a:rPr>
              <a:t>Flexibility Outcome</a:t>
            </a:r>
          </a:p>
        </p:txBody>
      </p:sp>
      <p:sp>
        <p:nvSpPr>
          <p:cNvPr id="10" name="Oval 9">
            <a:extLst>
              <a:ext uri="{FF2B5EF4-FFF2-40B4-BE49-F238E27FC236}">
                <a16:creationId xmlns:a16="http://schemas.microsoft.com/office/drawing/2014/main" id="{F7615A2E-F89B-4901-A4BC-8279E3802923}"/>
              </a:ext>
            </a:extLst>
          </p:cNvPr>
          <p:cNvSpPr/>
          <p:nvPr/>
        </p:nvSpPr>
        <p:spPr>
          <a:xfrm>
            <a:off x="3995420" y="3902025"/>
            <a:ext cx="2203360" cy="71267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ok Antiqua" panose="02040602050305030304" pitchFamily="18" charset="0"/>
              </a:rPr>
              <a:t>Speed Outcome</a:t>
            </a:r>
          </a:p>
        </p:txBody>
      </p:sp>
      <p:cxnSp>
        <p:nvCxnSpPr>
          <p:cNvPr id="13" name="Straight Arrow Connector 12">
            <a:extLst>
              <a:ext uri="{FF2B5EF4-FFF2-40B4-BE49-F238E27FC236}">
                <a16:creationId xmlns:a16="http://schemas.microsoft.com/office/drawing/2014/main" id="{0FE49575-FC61-47E7-8ED2-30DA34F2AE3A}"/>
              </a:ext>
            </a:extLst>
          </p:cNvPr>
          <p:cNvCxnSpPr>
            <a:cxnSpLocks/>
            <a:stCxn id="4" idx="6"/>
            <a:endCxn id="7" idx="2"/>
          </p:cNvCxnSpPr>
          <p:nvPr/>
        </p:nvCxnSpPr>
        <p:spPr>
          <a:xfrm flipV="1">
            <a:off x="3326219" y="3340581"/>
            <a:ext cx="669201" cy="419809"/>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704074F-01A9-4D1C-8FE5-503E977E9875}"/>
              </a:ext>
            </a:extLst>
          </p:cNvPr>
          <p:cNvCxnSpPr>
            <a:cxnSpLocks/>
            <a:stCxn id="4" idx="6"/>
            <a:endCxn id="10" idx="2"/>
          </p:cNvCxnSpPr>
          <p:nvPr/>
        </p:nvCxnSpPr>
        <p:spPr>
          <a:xfrm>
            <a:off x="3326219" y="3760390"/>
            <a:ext cx="669201" cy="497972"/>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CF7F234-C7F7-4137-A949-1DED92A9E137}"/>
              </a:ext>
            </a:extLst>
          </p:cNvPr>
          <p:cNvSpPr/>
          <p:nvPr/>
        </p:nvSpPr>
        <p:spPr>
          <a:xfrm>
            <a:off x="6360518" y="2788201"/>
            <a:ext cx="5118254" cy="923330"/>
          </a:xfrm>
          <a:prstGeom prst="rect">
            <a:avLst/>
          </a:prstGeom>
          <a:solidFill>
            <a:schemeClr val="accent4">
              <a:lumMod val="20000"/>
              <a:lumOff val="80000"/>
            </a:schemeClr>
          </a:solidFill>
        </p:spPr>
        <p:txBody>
          <a:bodyPr wrap="square">
            <a:spAutoFit/>
          </a:bodyPr>
          <a:lstStyle/>
          <a:p>
            <a:r>
              <a:rPr lang="en-US" dirty="0">
                <a:latin typeface="Book Antiqua" panose="02040602050305030304" pitchFamily="18" charset="0"/>
              </a:rPr>
              <a:t>The level of flexibility in terms of volume, product mix, ability to customize, and launching new products. </a:t>
            </a:r>
          </a:p>
        </p:txBody>
      </p:sp>
      <p:sp>
        <p:nvSpPr>
          <p:cNvPr id="24" name="Rectangle 23">
            <a:extLst>
              <a:ext uri="{FF2B5EF4-FFF2-40B4-BE49-F238E27FC236}">
                <a16:creationId xmlns:a16="http://schemas.microsoft.com/office/drawing/2014/main" id="{515A72C2-0E7E-4579-8CBD-D6324AB8095C}"/>
              </a:ext>
            </a:extLst>
          </p:cNvPr>
          <p:cNvSpPr/>
          <p:nvPr/>
        </p:nvSpPr>
        <p:spPr>
          <a:xfrm>
            <a:off x="6347637" y="3796697"/>
            <a:ext cx="5131135" cy="923330"/>
          </a:xfrm>
          <a:prstGeom prst="rect">
            <a:avLst/>
          </a:prstGeom>
          <a:solidFill>
            <a:schemeClr val="accent4">
              <a:lumMod val="20000"/>
              <a:lumOff val="80000"/>
            </a:schemeClr>
          </a:solidFill>
        </p:spPr>
        <p:txBody>
          <a:bodyPr wrap="square">
            <a:spAutoFit/>
          </a:bodyPr>
          <a:lstStyle/>
          <a:p>
            <a:r>
              <a:rPr lang="en-US" dirty="0">
                <a:latin typeface="Book Antiqua" panose="02040602050305030304" pitchFamily="18" charset="0"/>
              </a:rPr>
              <a:t>The timing and the reliability of the delivery. Also include manufacturing and procurement lead time. </a:t>
            </a:r>
          </a:p>
        </p:txBody>
      </p:sp>
    </p:spTree>
    <p:extLst>
      <p:ext uri="{BB962C8B-B14F-4D97-AF65-F5344CB8AC3E}">
        <p14:creationId xmlns:p14="http://schemas.microsoft.com/office/powerpoint/2010/main" val="3255629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111E04C-4C85-4397-8185-78CE5F3165CA}"/>
              </a:ext>
            </a:extLst>
          </p:cNvPr>
          <p:cNvPicPr>
            <a:picLocks noChangeAspect="1"/>
          </p:cNvPicPr>
          <p:nvPr/>
        </p:nvPicPr>
        <p:blipFill>
          <a:blip r:embed="rId2"/>
          <a:stretch>
            <a:fillRect/>
          </a:stretch>
        </p:blipFill>
        <p:spPr>
          <a:xfrm>
            <a:off x="1291553" y="1816033"/>
            <a:ext cx="6800222" cy="2965383"/>
          </a:xfrm>
          <a:prstGeom prst="rect">
            <a:avLst/>
          </a:prstGeom>
        </p:spPr>
      </p:pic>
      <p:sp>
        <p:nvSpPr>
          <p:cNvPr id="2" name="Title 1">
            <a:extLst>
              <a:ext uri="{FF2B5EF4-FFF2-40B4-BE49-F238E27FC236}">
                <a16:creationId xmlns:a16="http://schemas.microsoft.com/office/drawing/2014/main" id="{3789319D-5DFA-49DD-ABA4-717F7364B36D}"/>
              </a:ext>
            </a:extLst>
          </p:cNvPr>
          <p:cNvSpPr>
            <a:spLocks noGrp="1"/>
          </p:cNvSpPr>
          <p:nvPr>
            <p:ph type="title"/>
          </p:nvPr>
        </p:nvSpPr>
        <p:spPr/>
        <p:txBody>
          <a:bodyPr/>
          <a:lstStyle/>
          <a:p>
            <a:r>
              <a:rPr lang="en-US" dirty="0"/>
              <a:t>Hypotheses (1/2) – Work-in-Progress</a:t>
            </a:r>
          </a:p>
        </p:txBody>
      </p:sp>
      <p:sp>
        <p:nvSpPr>
          <p:cNvPr id="3" name="Content Placeholder 2">
            <a:extLst>
              <a:ext uri="{FF2B5EF4-FFF2-40B4-BE49-F238E27FC236}">
                <a16:creationId xmlns:a16="http://schemas.microsoft.com/office/drawing/2014/main" id="{7B40FA70-943E-4B50-BF6E-50FF68D889A3}"/>
              </a:ext>
            </a:extLst>
          </p:cNvPr>
          <p:cNvSpPr>
            <a:spLocks noGrp="1"/>
          </p:cNvSpPr>
          <p:nvPr>
            <p:ph idx="1"/>
          </p:nvPr>
        </p:nvSpPr>
        <p:spPr/>
        <p:txBody>
          <a:bodyPr/>
          <a:lstStyle/>
          <a:p>
            <a:r>
              <a:rPr lang="en-US" dirty="0"/>
              <a:t>Cultural dimensions and agility practices (H{1-6}a &amp; H{1-6}b)</a:t>
            </a:r>
          </a:p>
          <a:p>
            <a:endParaRPr lang="en-US" dirty="0"/>
          </a:p>
          <a:p>
            <a:endParaRPr lang="en-US" dirty="0"/>
          </a:p>
          <a:p>
            <a:endParaRPr lang="en-US" dirty="0"/>
          </a:p>
          <a:p>
            <a:endParaRPr lang="en-US" dirty="0"/>
          </a:p>
          <a:p>
            <a:endParaRPr lang="en-US" dirty="0"/>
          </a:p>
          <a:p>
            <a:endParaRPr lang="en-US" dirty="0"/>
          </a:p>
          <a:p>
            <a:r>
              <a:rPr lang="en-US" dirty="0"/>
              <a:t>H7. The dynamics between the agility practices and the agility outcome will work differently in firms with a greater level of international operations. </a:t>
            </a:r>
          </a:p>
        </p:txBody>
      </p:sp>
      <p:graphicFrame>
        <p:nvGraphicFramePr>
          <p:cNvPr id="5" name="Table 4">
            <a:extLst>
              <a:ext uri="{FF2B5EF4-FFF2-40B4-BE49-F238E27FC236}">
                <a16:creationId xmlns:a16="http://schemas.microsoft.com/office/drawing/2014/main" id="{BE1DF820-C19E-4C78-A572-20ABFC7E7A61}"/>
              </a:ext>
            </a:extLst>
          </p:cNvPr>
          <p:cNvGraphicFramePr>
            <a:graphicFrameLocks noGrp="1"/>
          </p:cNvGraphicFramePr>
          <p:nvPr>
            <p:extLst>
              <p:ext uri="{D42A27DB-BD31-4B8C-83A1-F6EECF244321}">
                <p14:modId xmlns:p14="http://schemas.microsoft.com/office/powerpoint/2010/main" val="2880475105"/>
              </p:ext>
            </p:extLst>
          </p:nvPr>
        </p:nvGraphicFramePr>
        <p:xfrm>
          <a:off x="3071180" y="7978519"/>
          <a:ext cx="9832822" cy="4229421"/>
        </p:xfrm>
        <a:graphic>
          <a:graphicData uri="http://schemas.openxmlformats.org/drawingml/2006/table">
            <a:tbl>
              <a:tblPr firstRow="1" firstCol="1" bandRow="1">
                <a:tableStyleId>{5C22544A-7EE6-4342-B048-85BDC9FD1C3A}</a:tableStyleId>
              </a:tblPr>
              <a:tblGrid>
                <a:gridCol w="1627968">
                  <a:extLst>
                    <a:ext uri="{9D8B030D-6E8A-4147-A177-3AD203B41FA5}">
                      <a16:colId xmlns:a16="http://schemas.microsoft.com/office/drawing/2014/main" val="2476837096"/>
                    </a:ext>
                  </a:extLst>
                </a:gridCol>
                <a:gridCol w="5039832">
                  <a:extLst>
                    <a:ext uri="{9D8B030D-6E8A-4147-A177-3AD203B41FA5}">
                      <a16:colId xmlns:a16="http://schemas.microsoft.com/office/drawing/2014/main" val="2240183561"/>
                    </a:ext>
                  </a:extLst>
                </a:gridCol>
                <a:gridCol w="1548765">
                  <a:extLst>
                    <a:ext uri="{9D8B030D-6E8A-4147-A177-3AD203B41FA5}">
                      <a16:colId xmlns:a16="http://schemas.microsoft.com/office/drawing/2014/main" val="3001813721"/>
                    </a:ext>
                  </a:extLst>
                </a:gridCol>
                <a:gridCol w="1616257">
                  <a:extLst>
                    <a:ext uri="{9D8B030D-6E8A-4147-A177-3AD203B41FA5}">
                      <a16:colId xmlns:a16="http://schemas.microsoft.com/office/drawing/2014/main" val="898308819"/>
                    </a:ext>
                  </a:extLst>
                </a:gridCol>
              </a:tblGrid>
              <a:tr h="495741">
                <a:tc>
                  <a:txBody>
                    <a:bodyPr/>
                    <a:lstStyle/>
                    <a:p>
                      <a:pPr marL="0" marR="0">
                        <a:lnSpc>
                          <a:spcPct val="115000"/>
                        </a:lnSpc>
                        <a:spcBef>
                          <a:spcPts val="0"/>
                        </a:spcBef>
                        <a:spcAft>
                          <a:spcPts val="800"/>
                        </a:spcAft>
                      </a:pPr>
                      <a:r>
                        <a:rPr lang="en-US" sz="1400" dirty="0">
                          <a:effectLst/>
                          <a:latin typeface="Book Antiqua" panose="02040602050305030304" pitchFamily="18" charset="0"/>
                        </a:rPr>
                        <a:t>Dimensions</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dirty="0">
                          <a:effectLst/>
                          <a:latin typeface="Book Antiqua" panose="02040602050305030304" pitchFamily="18" charset="0"/>
                        </a:rPr>
                        <a:t>Definition</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dirty="0">
                          <a:effectLst/>
                          <a:latin typeface="Book Antiqua" panose="02040602050305030304" pitchFamily="18" charset="0"/>
                        </a:rPr>
                        <a:t>Intercept</a:t>
                      </a:r>
                    </a:p>
                    <a:p>
                      <a:pPr marL="0" marR="0" algn="ctr">
                        <a:lnSpc>
                          <a:spcPct val="115000"/>
                        </a:lnSpc>
                        <a:spcBef>
                          <a:spcPts val="0"/>
                        </a:spcBef>
                        <a:spcAft>
                          <a:spcPts val="0"/>
                        </a:spcAft>
                      </a:pPr>
                      <a:r>
                        <a:rPr lang="en-US" sz="1400" dirty="0">
                          <a:effectLst/>
                          <a:latin typeface="Book Antiqua" panose="02040602050305030304" pitchFamily="18" charset="0"/>
                        </a:rPr>
                        <a:t>(Higher baseline)</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dirty="0">
                          <a:effectLst/>
                          <a:latin typeface="Book Antiqua" panose="02040602050305030304" pitchFamily="18" charset="0"/>
                        </a:rPr>
                        <a:t>Slope</a:t>
                      </a:r>
                    </a:p>
                    <a:p>
                      <a:pPr marL="0" marR="0" algn="ctr">
                        <a:lnSpc>
                          <a:spcPct val="115000"/>
                        </a:lnSpc>
                        <a:spcBef>
                          <a:spcPts val="0"/>
                        </a:spcBef>
                        <a:spcAft>
                          <a:spcPts val="0"/>
                        </a:spcAft>
                      </a:pPr>
                      <a:r>
                        <a:rPr lang="en-US" sz="1400" dirty="0">
                          <a:effectLst/>
                          <a:latin typeface="Book Antiqua" panose="02040602050305030304" pitchFamily="18" charset="0"/>
                        </a:rPr>
                        <a:t>(More effective)</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extLst>
                  <a:ext uri="{0D108BD9-81ED-4DB2-BD59-A6C34878D82A}">
                    <a16:rowId xmlns:a16="http://schemas.microsoft.com/office/drawing/2014/main" val="207407739"/>
                  </a:ext>
                </a:extLst>
              </a:tr>
              <a:tr h="496496">
                <a:tc>
                  <a:txBody>
                    <a:bodyPr/>
                    <a:lstStyle/>
                    <a:p>
                      <a:pPr marL="0" marR="0">
                        <a:lnSpc>
                          <a:spcPct val="115000"/>
                        </a:lnSpc>
                        <a:spcBef>
                          <a:spcPts val="0"/>
                        </a:spcBef>
                        <a:spcAft>
                          <a:spcPts val="800"/>
                        </a:spcAft>
                      </a:pPr>
                      <a:r>
                        <a:rPr lang="en-US" sz="1400" dirty="0">
                          <a:effectLst/>
                          <a:latin typeface="Book Antiqua" panose="02040602050305030304" pitchFamily="18" charset="0"/>
                        </a:rPr>
                        <a:t>Power Distance</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nSpc>
                          <a:spcPct val="115000"/>
                        </a:lnSpc>
                        <a:spcBef>
                          <a:spcPts val="0"/>
                        </a:spcBef>
                        <a:spcAft>
                          <a:spcPts val="0"/>
                        </a:spcAft>
                      </a:pPr>
                      <a:r>
                        <a:rPr lang="en-US" sz="1400" dirty="0">
                          <a:effectLst/>
                          <a:latin typeface="Book Antiqua" panose="02040602050305030304" pitchFamily="18" charset="0"/>
                        </a:rPr>
                        <a:t>“The attitude of the culture toward the power inequalities amongst us.”</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dirty="0">
                          <a:effectLst/>
                          <a:latin typeface="Book Antiqua" panose="02040602050305030304" pitchFamily="18" charset="0"/>
                        </a:rPr>
                        <a:t> </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a:effectLst/>
                          <a:latin typeface="Book Antiqua" panose="02040602050305030304" pitchFamily="18" charset="0"/>
                        </a:rPr>
                        <a:t>+</a:t>
                      </a:r>
                      <a:endParaRPr lang="en-US" sz="140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extLst>
                  <a:ext uri="{0D108BD9-81ED-4DB2-BD59-A6C34878D82A}">
                    <a16:rowId xmlns:a16="http://schemas.microsoft.com/office/drawing/2014/main" val="3498377171"/>
                  </a:ext>
                </a:extLst>
              </a:tr>
              <a:tr h="496496">
                <a:tc>
                  <a:txBody>
                    <a:bodyPr/>
                    <a:lstStyle/>
                    <a:p>
                      <a:pPr marL="0" marR="0">
                        <a:lnSpc>
                          <a:spcPct val="115000"/>
                        </a:lnSpc>
                        <a:spcBef>
                          <a:spcPts val="0"/>
                        </a:spcBef>
                        <a:spcAft>
                          <a:spcPts val="800"/>
                        </a:spcAft>
                      </a:pPr>
                      <a:r>
                        <a:rPr lang="en-US" sz="1400" dirty="0">
                          <a:effectLst/>
                          <a:latin typeface="Book Antiqua" panose="02040602050305030304" pitchFamily="18" charset="0"/>
                        </a:rPr>
                        <a:t>Individualism</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nSpc>
                          <a:spcPct val="115000"/>
                        </a:lnSpc>
                        <a:spcBef>
                          <a:spcPts val="0"/>
                        </a:spcBef>
                        <a:spcAft>
                          <a:spcPts val="0"/>
                        </a:spcAft>
                      </a:pPr>
                      <a:r>
                        <a:rPr lang="en-US" sz="1400" dirty="0">
                          <a:effectLst/>
                          <a:latin typeface="Book Antiqua" panose="02040602050305030304" pitchFamily="18" charset="0"/>
                        </a:rPr>
                        <a:t>“The degree of interdependence a society maintains among its members.”</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dirty="0">
                          <a:effectLst/>
                          <a:latin typeface="Book Antiqua" panose="02040602050305030304" pitchFamily="18" charset="0"/>
                        </a:rPr>
                        <a:t> </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dirty="0">
                          <a:effectLst/>
                          <a:latin typeface="Book Antiqua" panose="02040602050305030304" pitchFamily="18" charset="0"/>
                        </a:rPr>
                        <a:t>-</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extLst>
                  <a:ext uri="{0D108BD9-81ED-4DB2-BD59-A6C34878D82A}">
                    <a16:rowId xmlns:a16="http://schemas.microsoft.com/office/drawing/2014/main" val="27724741"/>
                  </a:ext>
                </a:extLst>
              </a:tr>
              <a:tr h="496496">
                <a:tc>
                  <a:txBody>
                    <a:bodyPr/>
                    <a:lstStyle/>
                    <a:p>
                      <a:pPr marL="0" marR="0">
                        <a:lnSpc>
                          <a:spcPct val="115000"/>
                        </a:lnSpc>
                        <a:spcBef>
                          <a:spcPts val="0"/>
                        </a:spcBef>
                        <a:spcAft>
                          <a:spcPts val="800"/>
                        </a:spcAft>
                      </a:pPr>
                      <a:r>
                        <a:rPr lang="en-US" sz="1400">
                          <a:effectLst/>
                          <a:latin typeface="Book Antiqua" panose="02040602050305030304" pitchFamily="18" charset="0"/>
                        </a:rPr>
                        <a:t>Masculinity</a:t>
                      </a:r>
                      <a:endParaRPr lang="en-US" sz="140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nSpc>
                          <a:spcPct val="115000"/>
                        </a:lnSpc>
                        <a:spcBef>
                          <a:spcPts val="0"/>
                        </a:spcBef>
                        <a:spcAft>
                          <a:spcPts val="0"/>
                        </a:spcAft>
                      </a:pPr>
                      <a:r>
                        <a:rPr lang="en-US" sz="1400" dirty="0">
                          <a:effectLst/>
                          <a:latin typeface="Book Antiqua" panose="02040602050305030304" pitchFamily="18" charset="0"/>
                        </a:rPr>
                        <a:t>“What motivates people, wanting to be the best (Masculine) or liking what you do (Feminine).”</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dirty="0">
                          <a:effectLst/>
                          <a:latin typeface="Book Antiqua" panose="02040602050305030304" pitchFamily="18" charset="0"/>
                        </a:rPr>
                        <a:t> </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a:effectLst/>
                          <a:latin typeface="Book Antiqua" panose="02040602050305030304" pitchFamily="18" charset="0"/>
                        </a:rPr>
                        <a:t> </a:t>
                      </a:r>
                      <a:endParaRPr lang="en-US" sz="140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extLst>
                  <a:ext uri="{0D108BD9-81ED-4DB2-BD59-A6C34878D82A}">
                    <a16:rowId xmlns:a16="http://schemas.microsoft.com/office/drawing/2014/main" val="2087981293"/>
                  </a:ext>
                </a:extLst>
              </a:tr>
              <a:tr h="496496">
                <a:tc>
                  <a:txBody>
                    <a:bodyPr/>
                    <a:lstStyle/>
                    <a:p>
                      <a:pPr marL="0" marR="0">
                        <a:lnSpc>
                          <a:spcPct val="115000"/>
                        </a:lnSpc>
                        <a:spcBef>
                          <a:spcPts val="0"/>
                        </a:spcBef>
                        <a:spcAft>
                          <a:spcPts val="800"/>
                        </a:spcAft>
                      </a:pPr>
                      <a:r>
                        <a:rPr lang="en-US" sz="1400">
                          <a:effectLst/>
                          <a:latin typeface="Book Antiqua" panose="02040602050305030304" pitchFamily="18" charset="0"/>
                        </a:rPr>
                        <a:t>Uncertainty Avoidance</a:t>
                      </a:r>
                      <a:endParaRPr lang="en-US" sz="140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nSpc>
                          <a:spcPct val="115000"/>
                        </a:lnSpc>
                        <a:spcBef>
                          <a:spcPts val="0"/>
                        </a:spcBef>
                        <a:spcAft>
                          <a:spcPts val="0"/>
                        </a:spcAft>
                      </a:pPr>
                      <a:r>
                        <a:rPr lang="en-US" sz="1400" dirty="0">
                          <a:effectLst/>
                          <a:latin typeface="Book Antiqua" panose="02040602050305030304" pitchFamily="18" charset="0"/>
                        </a:rPr>
                        <a:t>“The way that a society deals with the fact that the future can never be known”</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dirty="0">
                          <a:effectLst/>
                          <a:latin typeface="Book Antiqua" panose="02040602050305030304" pitchFamily="18" charset="0"/>
                        </a:rPr>
                        <a:t>+</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a:effectLst/>
                          <a:latin typeface="Book Antiqua" panose="02040602050305030304" pitchFamily="18" charset="0"/>
                        </a:rPr>
                        <a:t> </a:t>
                      </a:r>
                      <a:endParaRPr lang="en-US" sz="140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extLst>
                  <a:ext uri="{0D108BD9-81ED-4DB2-BD59-A6C34878D82A}">
                    <a16:rowId xmlns:a16="http://schemas.microsoft.com/office/drawing/2014/main" val="3103018651"/>
                  </a:ext>
                </a:extLst>
              </a:tr>
              <a:tr h="496496">
                <a:tc>
                  <a:txBody>
                    <a:bodyPr/>
                    <a:lstStyle/>
                    <a:p>
                      <a:pPr marL="0" marR="0">
                        <a:lnSpc>
                          <a:spcPct val="115000"/>
                        </a:lnSpc>
                        <a:spcBef>
                          <a:spcPts val="0"/>
                        </a:spcBef>
                        <a:spcAft>
                          <a:spcPts val="800"/>
                        </a:spcAft>
                      </a:pPr>
                      <a:r>
                        <a:rPr lang="en-US" sz="1400">
                          <a:effectLst/>
                          <a:latin typeface="Book Antiqua" panose="02040602050305030304" pitchFamily="18" charset="0"/>
                        </a:rPr>
                        <a:t>Long-term Orientation</a:t>
                      </a:r>
                      <a:endParaRPr lang="en-US" sz="140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nSpc>
                          <a:spcPct val="115000"/>
                        </a:lnSpc>
                        <a:spcBef>
                          <a:spcPts val="0"/>
                        </a:spcBef>
                        <a:spcAft>
                          <a:spcPts val="0"/>
                        </a:spcAft>
                      </a:pPr>
                      <a:r>
                        <a:rPr lang="en-US" sz="1400" dirty="0">
                          <a:effectLst/>
                          <a:latin typeface="Book Antiqua" panose="02040602050305030304" pitchFamily="18" charset="0"/>
                        </a:rPr>
                        <a:t>“How every society has to maintain some links with its own past while dealing with the challenges of the present and future.”</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dirty="0">
                          <a:effectLst/>
                          <a:latin typeface="Book Antiqua" panose="02040602050305030304" pitchFamily="18" charset="0"/>
                        </a:rPr>
                        <a:t> </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dirty="0">
                          <a:effectLst/>
                          <a:latin typeface="Book Antiqua" panose="02040602050305030304" pitchFamily="18" charset="0"/>
                        </a:rPr>
                        <a:t>+</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extLst>
                  <a:ext uri="{0D108BD9-81ED-4DB2-BD59-A6C34878D82A}">
                    <a16:rowId xmlns:a16="http://schemas.microsoft.com/office/drawing/2014/main" val="780146102"/>
                  </a:ext>
                </a:extLst>
              </a:tr>
              <a:tr h="496496">
                <a:tc>
                  <a:txBody>
                    <a:bodyPr/>
                    <a:lstStyle/>
                    <a:p>
                      <a:pPr marL="0" marR="0">
                        <a:lnSpc>
                          <a:spcPct val="115000"/>
                        </a:lnSpc>
                        <a:spcBef>
                          <a:spcPts val="0"/>
                        </a:spcBef>
                        <a:spcAft>
                          <a:spcPts val="800"/>
                        </a:spcAft>
                      </a:pPr>
                      <a:r>
                        <a:rPr lang="en-US" sz="1400">
                          <a:effectLst/>
                          <a:latin typeface="Book Antiqua" panose="02040602050305030304" pitchFamily="18" charset="0"/>
                        </a:rPr>
                        <a:t>Indulgence</a:t>
                      </a:r>
                      <a:endParaRPr lang="en-US" sz="140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nSpc>
                          <a:spcPct val="115000"/>
                        </a:lnSpc>
                        <a:spcBef>
                          <a:spcPts val="0"/>
                        </a:spcBef>
                        <a:spcAft>
                          <a:spcPts val="0"/>
                        </a:spcAft>
                      </a:pPr>
                      <a:r>
                        <a:rPr lang="en-US" sz="1400" dirty="0">
                          <a:effectLst/>
                          <a:latin typeface="Book Antiqua" panose="02040602050305030304" pitchFamily="18" charset="0"/>
                        </a:rPr>
                        <a:t>“the extent to which people try to control their desires and impulses.”</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dirty="0">
                          <a:effectLst/>
                          <a:latin typeface="Book Antiqua" panose="02040602050305030304" pitchFamily="18" charset="0"/>
                        </a:rPr>
                        <a:t> </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tc>
                  <a:txBody>
                    <a:bodyPr/>
                    <a:lstStyle/>
                    <a:p>
                      <a:pPr marL="0" marR="0" algn="ctr">
                        <a:lnSpc>
                          <a:spcPct val="115000"/>
                        </a:lnSpc>
                        <a:spcBef>
                          <a:spcPts val="0"/>
                        </a:spcBef>
                        <a:spcAft>
                          <a:spcPts val="0"/>
                        </a:spcAft>
                      </a:pPr>
                      <a:r>
                        <a:rPr lang="en-US" sz="1400" dirty="0">
                          <a:effectLst/>
                          <a:latin typeface="Book Antiqua" panose="02040602050305030304" pitchFamily="18" charset="0"/>
                        </a:rPr>
                        <a:t>-</a:t>
                      </a:r>
                      <a:endParaRPr lang="en-US" sz="14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45720" marR="45720" anchor="ctr"/>
                </a:tc>
                <a:extLst>
                  <a:ext uri="{0D108BD9-81ED-4DB2-BD59-A6C34878D82A}">
                    <a16:rowId xmlns:a16="http://schemas.microsoft.com/office/drawing/2014/main" val="2022274326"/>
                  </a:ext>
                </a:extLst>
              </a:tr>
            </a:tbl>
          </a:graphicData>
        </a:graphic>
      </p:graphicFrame>
      <p:sp>
        <p:nvSpPr>
          <p:cNvPr id="7" name="Rectangle 6">
            <a:extLst>
              <a:ext uri="{FF2B5EF4-FFF2-40B4-BE49-F238E27FC236}">
                <a16:creationId xmlns:a16="http://schemas.microsoft.com/office/drawing/2014/main" id="{7D92E7E9-C2DC-4D08-9005-31D137CC01B8}"/>
              </a:ext>
            </a:extLst>
          </p:cNvPr>
          <p:cNvSpPr/>
          <p:nvPr/>
        </p:nvSpPr>
        <p:spPr>
          <a:xfrm>
            <a:off x="7000597" y="3244334"/>
            <a:ext cx="2621230" cy="369332"/>
          </a:xfrm>
          <a:prstGeom prst="rect">
            <a:avLst/>
          </a:prstGeom>
        </p:spPr>
        <p:txBody>
          <a:bodyPr wrap="none">
            <a:spAutoFit/>
          </a:bodyPr>
          <a:lstStyle/>
          <a:p>
            <a:r>
              <a:rPr lang="en-US" i="1" dirty="0">
                <a:highlight>
                  <a:srgbClr val="FFFF00"/>
                </a:highlight>
                <a:latin typeface="Book Antiqua" panose="02040602050305030304" pitchFamily="18" charset="0"/>
              </a:rPr>
              <a:t>Still a work-in-progress…</a:t>
            </a:r>
          </a:p>
        </p:txBody>
      </p:sp>
    </p:spTree>
    <p:extLst>
      <p:ext uri="{BB962C8B-B14F-4D97-AF65-F5344CB8AC3E}">
        <p14:creationId xmlns:p14="http://schemas.microsoft.com/office/powerpoint/2010/main" val="2523264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46D28A6-FD51-40E2-9B3E-C17CFC8B973D}"/>
              </a:ext>
            </a:extLst>
          </p:cNvPr>
          <p:cNvSpPr>
            <a:spLocks noGrp="1"/>
          </p:cNvSpPr>
          <p:nvPr>
            <p:ph type="title"/>
          </p:nvPr>
        </p:nvSpPr>
        <p:spPr/>
        <p:txBody>
          <a:bodyPr/>
          <a:lstStyle/>
          <a:p>
            <a:r>
              <a:rPr lang="en-US" dirty="0"/>
              <a:t>Data – International Manufacturing Strategy Survey VI</a:t>
            </a:r>
          </a:p>
        </p:txBody>
      </p:sp>
      <p:graphicFrame>
        <p:nvGraphicFramePr>
          <p:cNvPr id="7" name="Content Placeholder 6">
            <a:extLst>
              <a:ext uri="{FF2B5EF4-FFF2-40B4-BE49-F238E27FC236}">
                <a16:creationId xmlns:a16="http://schemas.microsoft.com/office/drawing/2014/main" id="{81AD3A85-CF92-42E4-9649-2F77435AA606}"/>
              </a:ext>
            </a:extLst>
          </p:cNvPr>
          <p:cNvGraphicFramePr>
            <a:graphicFrameLocks noGrp="1"/>
          </p:cNvGraphicFramePr>
          <p:nvPr>
            <p:ph idx="1"/>
          </p:nvPr>
        </p:nvGraphicFramePr>
        <p:xfrm>
          <a:off x="3301047" y="1703897"/>
          <a:ext cx="5589906" cy="1866485"/>
        </p:xfrm>
        <a:graphic>
          <a:graphicData uri="http://schemas.openxmlformats.org/drawingml/2006/table">
            <a:tbl>
              <a:tblPr firstRow="1" firstCol="1" bandRow="1">
                <a:tableStyleId>{1FECB4D8-DB02-4DC6-A0A2-4F2EBAE1DC90}</a:tableStyleId>
              </a:tblPr>
              <a:tblGrid>
                <a:gridCol w="1158830">
                  <a:extLst>
                    <a:ext uri="{9D8B030D-6E8A-4147-A177-3AD203B41FA5}">
                      <a16:colId xmlns:a16="http://schemas.microsoft.com/office/drawing/2014/main" val="619144145"/>
                    </a:ext>
                  </a:extLst>
                </a:gridCol>
                <a:gridCol w="989351">
                  <a:extLst>
                    <a:ext uri="{9D8B030D-6E8A-4147-A177-3AD203B41FA5}">
                      <a16:colId xmlns:a16="http://schemas.microsoft.com/office/drawing/2014/main" val="3233358926"/>
                    </a:ext>
                  </a:extLst>
                </a:gridCol>
                <a:gridCol w="1267470">
                  <a:extLst>
                    <a:ext uri="{9D8B030D-6E8A-4147-A177-3AD203B41FA5}">
                      <a16:colId xmlns:a16="http://schemas.microsoft.com/office/drawing/2014/main" val="2364317214"/>
                    </a:ext>
                  </a:extLst>
                </a:gridCol>
                <a:gridCol w="888678">
                  <a:extLst>
                    <a:ext uri="{9D8B030D-6E8A-4147-A177-3AD203B41FA5}">
                      <a16:colId xmlns:a16="http://schemas.microsoft.com/office/drawing/2014/main" val="3568263577"/>
                    </a:ext>
                  </a:extLst>
                </a:gridCol>
                <a:gridCol w="1285577">
                  <a:extLst>
                    <a:ext uri="{9D8B030D-6E8A-4147-A177-3AD203B41FA5}">
                      <a16:colId xmlns:a16="http://schemas.microsoft.com/office/drawing/2014/main" val="3492222277"/>
                    </a:ext>
                  </a:extLst>
                </a:gridCol>
              </a:tblGrid>
              <a:tr h="265715">
                <a:tc>
                  <a:txBody>
                    <a:bodyPr/>
                    <a:lstStyle/>
                    <a:p>
                      <a:pPr marL="0" marR="0">
                        <a:lnSpc>
                          <a:spcPct val="107000"/>
                        </a:lnSpc>
                        <a:spcBef>
                          <a:spcPts val="0"/>
                        </a:spcBef>
                        <a:spcAft>
                          <a:spcPts val="0"/>
                        </a:spcAft>
                      </a:pPr>
                      <a:r>
                        <a:rPr lang="en-US" sz="1100" dirty="0">
                          <a:effectLst/>
                          <a:latin typeface="Book Antiqua" panose="02040602050305030304" pitchFamily="18" charset="0"/>
                        </a:rPr>
                        <a:t>Survey</a:t>
                      </a:r>
                      <a:endParaRPr lang="en-US" sz="11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Book Antiqua" panose="02040602050305030304" pitchFamily="18" charset="0"/>
                        </a:rPr>
                        <a:t>Year</a:t>
                      </a:r>
                      <a:endParaRPr lang="en-US" sz="11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Book Antiqua" panose="02040602050305030304" pitchFamily="18" charset="0"/>
                        </a:rPr>
                        <a:t>ISIC</a:t>
                      </a:r>
                      <a:endParaRPr lang="en-US" sz="11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Book Antiqua" panose="02040602050305030304" pitchFamily="18" charset="0"/>
                        </a:rPr>
                        <a:t>N</a:t>
                      </a:r>
                      <a:endParaRPr lang="en-US" sz="11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Book Antiqua" panose="02040602050305030304" pitchFamily="18" charset="0"/>
                        </a:rPr>
                        <a:t># Countries</a:t>
                      </a:r>
                      <a:endParaRPr lang="en-US" sz="11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03515669"/>
                  </a:ext>
                </a:extLst>
              </a:tr>
              <a:tr h="266795">
                <a:tc>
                  <a:txBody>
                    <a:bodyPr/>
                    <a:lstStyle/>
                    <a:p>
                      <a:pPr marL="0" marR="0">
                        <a:lnSpc>
                          <a:spcPct val="107000"/>
                        </a:lnSpc>
                        <a:spcBef>
                          <a:spcPts val="0"/>
                        </a:spcBef>
                        <a:spcAft>
                          <a:spcPts val="0"/>
                        </a:spcAft>
                      </a:pPr>
                      <a:r>
                        <a:rPr lang="en-US" sz="1100" dirty="0">
                          <a:effectLst/>
                          <a:latin typeface="Book Antiqua" panose="02040602050305030304" pitchFamily="18" charset="0"/>
                        </a:rPr>
                        <a:t>IMSS I </a:t>
                      </a:r>
                      <a:endParaRPr lang="en-US" sz="11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1992</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381-385</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600</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Book Antiqua" panose="02040602050305030304" pitchFamily="18" charset="0"/>
                        </a:rPr>
                        <a:t>20</a:t>
                      </a:r>
                      <a:endParaRPr lang="en-US" sz="11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56281937"/>
                  </a:ext>
                </a:extLst>
              </a:tr>
              <a:tr h="266795">
                <a:tc>
                  <a:txBody>
                    <a:bodyPr/>
                    <a:lstStyle/>
                    <a:p>
                      <a:pPr marL="0" marR="0">
                        <a:lnSpc>
                          <a:spcPct val="107000"/>
                        </a:lnSpc>
                        <a:spcBef>
                          <a:spcPts val="0"/>
                        </a:spcBef>
                        <a:spcAft>
                          <a:spcPts val="0"/>
                        </a:spcAft>
                      </a:pPr>
                      <a:r>
                        <a:rPr lang="en-US" sz="1100" dirty="0">
                          <a:effectLst/>
                          <a:latin typeface="Book Antiqua" panose="02040602050305030304" pitchFamily="18" charset="0"/>
                        </a:rPr>
                        <a:t>IMSS II</a:t>
                      </a:r>
                      <a:endParaRPr lang="en-US" sz="11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1996</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381-385</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703</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26</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44244621"/>
                  </a:ext>
                </a:extLst>
              </a:tr>
              <a:tr h="266795">
                <a:tc>
                  <a:txBody>
                    <a:bodyPr/>
                    <a:lstStyle/>
                    <a:p>
                      <a:pPr marL="0" marR="0">
                        <a:lnSpc>
                          <a:spcPct val="107000"/>
                        </a:lnSpc>
                        <a:spcBef>
                          <a:spcPts val="0"/>
                        </a:spcBef>
                        <a:spcAft>
                          <a:spcPts val="0"/>
                        </a:spcAft>
                      </a:pPr>
                      <a:r>
                        <a:rPr lang="en-US" sz="1100">
                          <a:effectLst/>
                          <a:latin typeface="Book Antiqua" panose="02040602050305030304" pitchFamily="18" charset="0"/>
                        </a:rPr>
                        <a:t>IMSS III</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Book Antiqua" panose="02040602050305030304" pitchFamily="18" charset="0"/>
                        </a:rPr>
                        <a:t>2000</a:t>
                      </a:r>
                      <a:endParaRPr lang="en-US" sz="11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381-385</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558</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23</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46089989"/>
                  </a:ext>
                </a:extLst>
              </a:tr>
              <a:tr h="266795">
                <a:tc>
                  <a:txBody>
                    <a:bodyPr/>
                    <a:lstStyle/>
                    <a:p>
                      <a:pPr marL="0" marR="0">
                        <a:lnSpc>
                          <a:spcPct val="107000"/>
                        </a:lnSpc>
                        <a:spcBef>
                          <a:spcPts val="0"/>
                        </a:spcBef>
                        <a:spcAft>
                          <a:spcPts val="0"/>
                        </a:spcAft>
                      </a:pPr>
                      <a:r>
                        <a:rPr lang="en-US" sz="1100">
                          <a:effectLst/>
                          <a:latin typeface="Book Antiqua" panose="02040602050305030304" pitchFamily="18" charset="0"/>
                        </a:rPr>
                        <a:t>IMSS IV</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Book Antiqua" panose="02040602050305030304" pitchFamily="18" charset="0"/>
                        </a:rPr>
                        <a:t>2005</a:t>
                      </a:r>
                      <a:endParaRPr lang="en-US" sz="11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Book Antiqua" panose="02040602050305030304" pitchFamily="18" charset="0"/>
                        </a:rPr>
                        <a:t>28-35 (Rev 3.1)</a:t>
                      </a:r>
                      <a:endParaRPr lang="en-US" sz="11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709</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23</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52311585"/>
                  </a:ext>
                </a:extLst>
              </a:tr>
              <a:tr h="266795">
                <a:tc>
                  <a:txBody>
                    <a:bodyPr/>
                    <a:lstStyle/>
                    <a:p>
                      <a:pPr marL="0" marR="0">
                        <a:lnSpc>
                          <a:spcPct val="107000"/>
                        </a:lnSpc>
                        <a:spcBef>
                          <a:spcPts val="0"/>
                        </a:spcBef>
                        <a:spcAft>
                          <a:spcPts val="0"/>
                        </a:spcAft>
                      </a:pPr>
                      <a:r>
                        <a:rPr lang="en-US" sz="1100">
                          <a:effectLst/>
                          <a:latin typeface="Book Antiqua" panose="02040602050305030304" pitchFamily="18" charset="0"/>
                        </a:rPr>
                        <a:t>IMSS V</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2009</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dirty="0">
                          <a:effectLst/>
                          <a:latin typeface="Book Antiqua" panose="02040602050305030304" pitchFamily="18" charset="0"/>
                        </a:rPr>
                        <a:t>28-35 (Rev 3.1)</a:t>
                      </a:r>
                      <a:endParaRPr lang="en-US" sz="1100"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750</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latin typeface="Book Antiqua" panose="02040602050305030304" pitchFamily="18" charset="0"/>
                        </a:rPr>
                        <a:t>21</a:t>
                      </a:r>
                      <a:endParaRPr lang="en-US" sz="110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62593695"/>
                  </a:ext>
                </a:extLst>
              </a:tr>
              <a:tr h="266795">
                <a:tc>
                  <a:txBody>
                    <a:bodyPr/>
                    <a:lstStyle/>
                    <a:p>
                      <a:pPr marL="0" marR="0">
                        <a:lnSpc>
                          <a:spcPct val="107000"/>
                        </a:lnSpc>
                        <a:spcBef>
                          <a:spcPts val="0"/>
                        </a:spcBef>
                        <a:spcAft>
                          <a:spcPts val="0"/>
                        </a:spcAft>
                      </a:pPr>
                      <a:r>
                        <a:rPr lang="en-US" sz="1100" b="1" dirty="0">
                          <a:effectLst/>
                          <a:latin typeface="Book Antiqua" panose="02040602050305030304" pitchFamily="18" charset="0"/>
                        </a:rPr>
                        <a:t>IMSS VI</a:t>
                      </a:r>
                      <a:endParaRPr lang="en-US" sz="1100" b="1"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b="1" dirty="0">
                          <a:effectLst/>
                          <a:latin typeface="Book Antiqua" panose="02040602050305030304" pitchFamily="18" charset="0"/>
                        </a:rPr>
                        <a:t>2013</a:t>
                      </a:r>
                      <a:endParaRPr lang="en-US" sz="1100" b="1"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b="1" dirty="0">
                          <a:effectLst/>
                          <a:latin typeface="Book Antiqua" panose="02040602050305030304" pitchFamily="18" charset="0"/>
                        </a:rPr>
                        <a:t>25-30 (Rev 4.0)</a:t>
                      </a:r>
                      <a:endParaRPr lang="en-US" sz="1100" b="1"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b="1" dirty="0">
                          <a:effectLst/>
                          <a:latin typeface="Book Antiqua" panose="02040602050305030304" pitchFamily="18" charset="0"/>
                        </a:rPr>
                        <a:t>931</a:t>
                      </a:r>
                      <a:endParaRPr lang="en-US" sz="1100" b="1"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b="1" dirty="0">
                          <a:effectLst/>
                          <a:latin typeface="Book Antiqua" panose="02040602050305030304" pitchFamily="18" charset="0"/>
                        </a:rPr>
                        <a:t>22</a:t>
                      </a:r>
                      <a:endParaRPr lang="en-US" sz="1100" b="1" dirty="0">
                        <a:effectLst/>
                        <a:latin typeface="Book Antiqua" panose="02040602050305030304" pitchFamily="18"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75920394"/>
                  </a:ext>
                </a:extLst>
              </a:tr>
            </a:tbl>
          </a:graphicData>
        </a:graphic>
      </p:graphicFrame>
      <p:sp>
        <p:nvSpPr>
          <p:cNvPr id="8" name="Rectangle 7">
            <a:extLst>
              <a:ext uri="{FF2B5EF4-FFF2-40B4-BE49-F238E27FC236}">
                <a16:creationId xmlns:a16="http://schemas.microsoft.com/office/drawing/2014/main" id="{872B9EFF-C116-4A64-B787-20050E10835A}"/>
              </a:ext>
            </a:extLst>
          </p:cNvPr>
          <p:cNvSpPr/>
          <p:nvPr/>
        </p:nvSpPr>
        <p:spPr>
          <a:xfrm>
            <a:off x="1502664" y="3791589"/>
            <a:ext cx="9186672" cy="2308324"/>
          </a:xfrm>
          <a:prstGeom prst="rect">
            <a:avLst/>
          </a:prstGeom>
        </p:spPr>
        <p:txBody>
          <a:bodyPr wrap="square">
            <a:spAutoFit/>
          </a:bodyPr>
          <a:lstStyle/>
          <a:p>
            <a:pPr marL="285750" indent="-285750" algn="just" fontAlgn="base">
              <a:buFont typeface="Arial" panose="020B0604020202020204" pitchFamily="34" charset="0"/>
              <a:buChar char="•"/>
            </a:pPr>
            <a:r>
              <a:rPr lang="en-US" dirty="0">
                <a:solidFill>
                  <a:srgbClr val="333333"/>
                </a:solidFill>
                <a:latin typeface="Georgia" panose="02040502050405020303" pitchFamily="18" charset="0"/>
              </a:rPr>
              <a:t>The International Manufacturing Strategy Survey (IMSS) is a research project carried out in 1992, 1996, 2001, 2005, 2009 and 2013-2014 by a global network of scholars. </a:t>
            </a:r>
          </a:p>
          <a:p>
            <a:pPr marL="285750" indent="-285750" algn="just" fontAlgn="base">
              <a:buFont typeface="Arial" panose="020B0604020202020204" pitchFamily="34" charset="0"/>
              <a:buChar char="•"/>
            </a:pPr>
            <a:r>
              <a:rPr lang="en-US" dirty="0">
                <a:solidFill>
                  <a:srgbClr val="333333"/>
                </a:solidFill>
                <a:latin typeface="Georgia" panose="02040502050405020303" pitchFamily="18" charset="0"/>
              </a:rPr>
              <a:t>This project originally launched by the London Business School and Chalmers University of Technology, studies manufacturing and supply chain strategies within the assembly industry through a detailed questionnaire administered simultaneously in many countries by local research groups.</a:t>
            </a:r>
          </a:p>
          <a:p>
            <a:pPr marL="285750" indent="-285750" algn="just" fontAlgn="base">
              <a:buFont typeface="Arial" panose="020B0604020202020204" pitchFamily="34" charset="0"/>
              <a:buChar char="•"/>
            </a:pPr>
            <a:r>
              <a:rPr lang="en-US" dirty="0">
                <a:solidFill>
                  <a:srgbClr val="333333"/>
                </a:solidFill>
                <a:latin typeface="Georgia" panose="02040502050405020303" pitchFamily="18" charset="0"/>
              </a:rPr>
              <a:t>The number of countries it has studied makes the dataset a very meaningful empirical evidence for this study. </a:t>
            </a:r>
          </a:p>
        </p:txBody>
      </p:sp>
      <p:sp>
        <p:nvSpPr>
          <p:cNvPr id="9" name="Rectangle 8">
            <a:extLst>
              <a:ext uri="{FF2B5EF4-FFF2-40B4-BE49-F238E27FC236}">
                <a16:creationId xmlns:a16="http://schemas.microsoft.com/office/drawing/2014/main" id="{5DBB5E0C-B8D7-42C1-90AA-BC488FF993B2}"/>
              </a:ext>
            </a:extLst>
          </p:cNvPr>
          <p:cNvSpPr/>
          <p:nvPr/>
        </p:nvSpPr>
        <p:spPr>
          <a:xfrm>
            <a:off x="5307735" y="6080660"/>
            <a:ext cx="5381601" cy="369332"/>
          </a:xfrm>
          <a:prstGeom prst="rect">
            <a:avLst/>
          </a:prstGeom>
        </p:spPr>
        <p:txBody>
          <a:bodyPr wrap="none">
            <a:spAutoFit/>
          </a:bodyPr>
          <a:lstStyle/>
          <a:p>
            <a:r>
              <a:rPr lang="en-US" dirty="0">
                <a:latin typeface="Book Antiqua" panose="02040602050305030304" pitchFamily="18" charset="0"/>
              </a:rPr>
              <a:t>Website: http://www.manufacturingstrategy.net/</a:t>
            </a:r>
          </a:p>
        </p:txBody>
      </p:sp>
    </p:spTree>
    <p:extLst>
      <p:ext uri="{BB962C8B-B14F-4D97-AF65-F5344CB8AC3E}">
        <p14:creationId xmlns:p14="http://schemas.microsoft.com/office/powerpoint/2010/main" val="1459836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0C5FC-D705-4CD3-994D-5233795F7E04}"/>
              </a:ext>
            </a:extLst>
          </p:cNvPr>
          <p:cNvSpPr>
            <a:spLocks noGrp="1"/>
          </p:cNvSpPr>
          <p:nvPr>
            <p:ph type="title"/>
          </p:nvPr>
        </p:nvSpPr>
        <p:spPr/>
        <p:txBody>
          <a:bodyPr>
            <a:normAutofit fontScale="90000"/>
          </a:bodyPr>
          <a:lstStyle/>
          <a:p>
            <a:r>
              <a:rPr lang="en-US" dirty="0"/>
              <a:t>Data - Cultural Dimensions – An Illustration of Hofstede Framework</a:t>
            </a:r>
          </a:p>
        </p:txBody>
      </p:sp>
      <p:sp>
        <p:nvSpPr>
          <p:cNvPr id="8" name="Text Placeholder 7">
            <a:extLst>
              <a:ext uri="{FF2B5EF4-FFF2-40B4-BE49-F238E27FC236}">
                <a16:creationId xmlns:a16="http://schemas.microsoft.com/office/drawing/2014/main" id="{2251A70F-4D11-4C98-ACBD-9CEA770E117D}"/>
              </a:ext>
            </a:extLst>
          </p:cNvPr>
          <p:cNvSpPr>
            <a:spLocks noGrp="1"/>
          </p:cNvSpPr>
          <p:nvPr>
            <p:ph idx="1"/>
          </p:nvPr>
        </p:nvSpPr>
        <p:spPr/>
        <p:txBody>
          <a:bodyPr/>
          <a:lstStyle/>
          <a:p>
            <a:r>
              <a:rPr lang="en-US" dirty="0"/>
              <a:t>The dimensions of the national culture and the data for each countries are available through </a:t>
            </a:r>
          </a:p>
          <a:p>
            <a:pPr lvl="1"/>
            <a:r>
              <a:rPr lang="en-US" dirty="0"/>
              <a:t>Hofstede Cultural Dimension Data</a:t>
            </a:r>
          </a:p>
          <a:p>
            <a:pPr lvl="1"/>
            <a:r>
              <a:rPr lang="en-US" dirty="0"/>
              <a:t>Measured as index (min = 0, max = 100)</a:t>
            </a:r>
          </a:p>
        </p:txBody>
      </p:sp>
    </p:spTree>
    <p:extLst>
      <p:ext uri="{BB962C8B-B14F-4D97-AF65-F5344CB8AC3E}">
        <p14:creationId xmlns:p14="http://schemas.microsoft.com/office/powerpoint/2010/main" val="3333926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03004A8-F4EE-4212-A465-BBD71C3FEBE9}"/>
              </a:ext>
            </a:extLst>
          </p:cNvPr>
          <p:cNvSpPr>
            <a:spLocks noGrp="1"/>
          </p:cNvSpPr>
          <p:nvPr>
            <p:ph type="title"/>
          </p:nvPr>
        </p:nvSpPr>
        <p:spPr/>
        <p:txBody>
          <a:bodyPr/>
          <a:lstStyle/>
          <a:p>
            <a:r>
              <a:rPr lang="en-US" dirty="0"/>
              <a:t>IMSS Respondents’ Profile</a:t>
            </a:r>
          </a:p>
        </p:txBody>
      </p:sp>
      <p:pic>
        <p:nvPicPr>
          <p:cNvPr id="2" name="Picture 1">
            <a:extLst>
              <a:ext uri="{FF2B5EF4-FFF2-40B4-BE49-F238E27FC236}">
                <a16:creationId xmlns:a16="http://schemas.microsoft.com/office/drawing/2014/main" id="{280A180B-FB30-48A8-88A6-6A6F1600E996}"/>
              </a:ext>
            </a:extLst>
          </p:cNvPr>
          <p:cNvPicPr>
            <a:picLocks noChangeAspect="1"/>
          </p:cNvPicPr>
          <p:nvPr/>
        </p:nvPicPr>
        <p:blipFill>
          <a:blip r:embed="rId2"/>
          <a:stretch>
            <a:fillRect/>
          </a:stretch>
        </p:blipFill>
        <p:spPr>
          <a:xfrm>
            <a:off x="1120186" y="1672417"/>
            <a:ext cx="3718451" cy="4475451"/>
          </a:xfrm>
          <a:prstGeom prst="rect">
            <a:avLst/>
          </a:prstGeom>
        </p:spPr>
      </p:pic>
      <p:pic>
        <p:nvPicPr>
          <p:cNvPr id="3" name="Picture 2">
            <a:extLst>
              <a:ext uri="{FF2B5EF4-FFF2-40B4-BE49-F238E27FC236}">
                <a16:creationId xmlns:a16="http://schemas.microsoft.com/office/drawing/2014/main" id="{016AB44F-2D74-4CB1-BE2D-838A3852B678}"/>
              </a:ext>
            </a:extLst>
          </p:cNvPr>
          <p:cNvPicPr>
            <a:picLocks noChangeAspect="1"/>
          </p:cNvPicPr>
          <p:nvPr/>
        </p:nvPicPr>
        <p:blipFill>
          <a:blip r:embed="rId3"/>
          <a:stretch>
            <a:fillRect/>
          </a:stretch>
        </p:blipFill>
        <p:spPr>
          <a:xfrm>
            <a:off x="7690583" y="1959497"/>
            <a:ext cx="3718452" cy="1337986"/>
          </a:xfrm>
          <a:prstGeom prst="rect">
            <a:avLst/>
          </a:prstGeom>
        </p:spPr>
      </p:pic>
      <p:pic>
        <p:nvPicPr>
          <p:cNvPr id="4" name="Picture 3">
            <a:extLst>
              <a:ext uri="{FF2B5EF4-FFF2-40B4-BE49-F238E27FC236}">
                <a16:creationId xmlns:a16="http://schemas.microsoft.com/office/drawing/2014/main" id="{C9C56153-B51C-4FF7-9EE5-8F4AC11AA4DD}"/>
              </a:ext>
            </a:extLst>
          </p:cNvPr>
          <p:cNvPicPr>
            <a:picLocks noChangeAspect="1"/>
          </p:cNvPicPr>
          <p:nvPr/>
        </p:nvPicPr>
        <p:blipFill>
          <a:blip r:embed="rId4"/>
          <a:stretch>
            <a:fillRect/>
          </a:stretch>
        </p:blipFill>
        <p:spPr>
          <a:xfrm>
            <a:off x="5466528" y="3910143"/>
            <a:ext cx="5887272" cy="1400370"/>
          </a:xfrm>
          <a:prstGeom prst="rect">
            <a:avLst/>
          </a:prstGeom>
        </p:spPr>
      </p:pic>
    </p:spTree>
    <p:extLst>
      <p:ext uri="{BB962C8B-B14F-4D97-AF65-F5344CB8AC3E}">
        <p14:creationId xmlns:p14="http://schemas.microsoft.com/office/powerpoint/2010/main" val="2253152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5D346-C15C-4843-AF91-A705C6D63027}"/>
              </a:ext>
            </a:extLst>
          </p:cNvPr>
          <p:cNvSpPr>
            <a:spLocks noGrp="1"/>
          </p:cNvSpPr>
          <p:nvPr>
            <p:ph type="title"/>
          </p:nvPr>
        </p:nvSpPr>
        <p:spPr/>
        <p:txBody>
          <a:bodyPr>
            <a:normAutofit/>
          </a:bodyPr>
          <a:lstStyle/>
          <a:p>
            <a:r>
              <a:rPr lang="en-US" dirty="0"/>
              <a:t>Analytical Framework – Multilevel Mixed-Effect Model (1/2)</a:t>
            </a:r>
          </a:p>
        </p:txBody>
      </p:sp>
      <p:graphicFrame>
        <p:nvGraphicFramePr>
          <p:cNvPr id="4" name="Table 4">
            <a:extLst>
              <a:ext uri="{FF2B5EF4-FFF2-40B4-BE49-F238E27FC236}">
                <a16:creationId xmlns:a16="http://schemas.microsoft.com/office/drawing/2014/main" id="{A9043F7F-3EDA-4DC1-82CC-776428B43D13}"/>
              </a:ext>
            </a:extLst>
          </p:cNvPr>
          <p:cNvGraphicFramePr>
            <a:graphicFrameLocks noGrp="1"/>
          </p:cNvGraphicFramePr>
          <p:nvPr>
            <p:ph idx="1"/>
            <p:extLst>
              <p:ext uri="{D42A27DB-BD31-4B8C-83A1-F6EECF244321}">
                <p14:modId xmlns:p14="http://schemas.microsoft.com/office/powerpoint/2010/main" val="2853576758"/>
              </p:ext>
            </p:extLst>
          </p:nvPr>
        </p:nvGraphicFramePr>
        <p:xfrm>
          <a:off x="1499616" y="2104771"/>
          <a:ext cx="9192768" cy="2865120"/>
        </p:xfrm>
        <a:graphic>
          <a:graphicData uri="http://schemas.openxmlformats.org/drawingml/2006/table">
            <a:tbl>
              <a:tblPr firstRow="1" bandRow="1">
                <a:tableStyleId>{5C22544A-7EE6-4342-B048-85BDC9FD1C3A}</a:tableStyleId>
              </a:tblPr>
              <a:tblGrid>
                <a:gridCol w="1532128">
                  <a:extLst>
                    <a:ext uri="{9D8B030D-6E8A-4147-A177-3AD203B41FA5}">
                      <a16:colId xmlns:a16="http://schemas.microsoft.com/office/drawing/2014/main" val="3771796603"/>
                    </a:ext>
                  </a:extLst>
                </a:gridCol>
                <a:gridCol w="1532128">
                  <a:extLst>
                    <a:ext uri="{9D8B030D-6E8A-4147-A177-3AD203B41FA5}">
                      <a16:colId xmlns:a16="http://schemas.microsoft.com/office/drawing/2014/main" val="4191487310"/>
                    </a:ext>
                  </a:extLst>
                </a:gridCol>
                <a:gridCol w="1532128">
                  <a:extLst>
                    <a:ext uri="{9D8B030D-6E8A-4147-A177-3AD203B41FA5}">
                      <a16:colId xmlns:a16="http://schemas.microsoft.com/office/drawing/2014/main" val="1614494913"/>
                    </a:ext>
                  </a:extLst>
                </a:gridCol>
                <a:gridCol w="1532128">
                  <a:extLst>
                    <a:ext uri="{9D8B030D-6E8A-4147-A177-3AD203B41FA5}">
                      <a16:colId xmlns:a16="http://schemas.microsoft.com/office/drawing/2014/main" val="4158931612"/>
                    </a:ext>
                  </a:extLst>
                </a:gridCol>
                <a:gridCol w="1532128">
                  <a:extLst>
                    <a:ext uri="{9D8B030D-6E8A-4147-A177-3AD203B41FA5}">
                      <a16:colId xmlns:a16="http://schemas.microsoft.com/office/drawing/2014/main" val="2154722290"/>
                    </a:ext>
                  </a:extLst>
                </a:gridCol>
                <a:gridCol w="1532128">
                  <a:extLst>
                    <a:ext uri="{9D8B030D-6E8A-4147-A177-3AD203B41FA5}">
                      <a16:colId xmlns:a16="http://schemas.microsoft.com/office/drawing/2014/main" val="576834958"/>
                    </a:ext>
                  </a:extLst>
                </a:gridCol>
              </a:tblGrid>
              <a:tr h="370840">
                <a:tc>
                  <a:txBody>
                    <a:bodyPr/>
                    <a:lstStyle/>
                    <a:p>
                      <a:r>
                        <a:rPr lang="en-US" dirty="0">
                          <a:latin typeface="Book Antiqua" panose="02040602050305030304" pitchFamily="18" charset="0"/>
                        </a:rPr>
                        <a:t>Firm ID</a:t>
                      </a:r>
                    </a:p>
                  </a:txBody>
                  <a:tcPr/>
                </a:tc>
                <a:tc>
                  <a:txBody>
                    <a:bodyPr/>
                    <a:lstStyle/>
                    <a:p>
                      <a:r>
                        <a:rPr lang="en-US" dirty="0">
                          <a:latin typeface="Book Antiqua" panose="02040602050305030304" pitchFamily="18" charset="0"/>
                        </a:rPr>
                        <a:t>Country</a:t>
                      </a:r>
                    </a:p>
                  </a:txBody>
                  <a:tcPr/>
                </a:tc>
                <a:tc>
                  <a:txBody>
                    <a:bodyPr/>
                    <a:lstStyle/>
                    <a:p>
                      <a:r>
                        <a:rPr lang="en-US" dirty="0" err="1">
                          <a:latin typeface="Book Antiqua" panose="02040602050305030304" pitchFamily="18" charset="0"/>
                        </a:rPr>
                        <a:t>Ctry-idv</a:t>
                      </a:r>
                      <a:endParaRPr lang="en-US" dirty="0">
                        <a:latin typeface="Book Antiqua" panose="02040602050305030304" pitchFamily="18" charset="0"/>
                      </a:endParaRPr>
                    </a:p>
                  </a:txBody>
                  <a:tcPr/>
                </a:tc>
                <a:tc>
                  <a:txBody>
                    <a:bodyPr/>
                    <a:lstStyle/>
                    <a:p>
                      <a:r>
                        <a:rPr lang="en-US" dirty="0" err="1">
                          <a:latin typeface="Book Antiqua" panose="02040602050305030304" pitchFamily="18" charset="0"/>
                        </a:rPr>
                        <a:t>Ctry-uai</a:t>
                      </a:r>
                      <a:endParaRPr lang="en-US" dirty="0">
                        <a:latin typeface="Book Antiqua" panose="02040602050305030304" pitchFamily="18" charset="0"/>
                      </a:endParaRPr>
                    </a:p>
                  </a:txBody>
                  <a:tcPr/>
                </a:tc>
                <a:tc>
                  <a:txBody>
                    <a:bodyPr/>
                    <a:lstStyle/>
                    <a:p>
                      <a:r>
                        <a:rPr lang="en-US" dirty="0">
                          <a:latin typeface="Book Antiqua" panose="02040602050305030304" pitchFamily="18" charset="0"/>
                        </a:rPr>
                        <a:t>OSCM practice </a:t>
                      </a:r>
                    </a:p>
                  </a:txBody>
                  <a:tcPr/>
                </a:tc>
                <a:tc>
                  <a:txBody>
                    <a:bodyPr/>
                    <a:lstStyle/>
                    <a:p>
                      <a:r>
                        <a:rPr lang="en-US" dirty="0">
                          <a:latin typeface="Book Antiqua" panose="02040602050305030304" pitchFamily="18" charset="0"/>
                        </a:rPr>
                        <a:t>OSCM performance</a:t>
                      </a:r>
                    </a:p>
                  </a:txBody>
                  <a:tcPr/>
                </a:tc>
                <a:extLst>
                  <a:ext uri="{0D108BD9-81ED-4DB2-BD59-A6C34878D82A}">
                    <a16:rowId xmlns:a16="http://schemas.microsoft.com/office/drawing/2014/main" val="3702603029"/>
                  </a:ext>
                </a:extLst>
              </a:tr>
              <a:tr h="370840">
                <a:tc>
                  <a:txBody>
                    <a:bodyPr/>
                    <a:lstStyle/>
                    <a:p>
                      <a:r>
                        <a:rPr lang="en-US" dirty="0">
                          <a:latin typeface="Book Antiqua" panose="02040602050305030304" pitchFamily="18" charset="0"/>
                        </a:rPr>
                        <a:t>001</a:t>
                      </a:r>
                    </a:p>
                  </a:txBody>
                  <a:tcPr/>
                </a:tc>
                <a:tc>
                  <a:txBody>
                    <a:bodyPr/>
                    <a:lstStyle/>
                    <a:p>
                      <a:r>
                        <a:rPr lang="en-US" dirty="0">
                          <a:latin typeface="Book Antiqua" panose="02040602050305030304" pitchFamily="18" charset="0"/>
                        </a:rPr>
                        <a:t>USA</a:t>
                      </a:r>
                    </a:p>
                  </a:txBody>
                  <a:tcPr/>
                </a:tc>
                <a:tc>
                  <a:txBody>
                    <a:bodyPr/>
                    <a:lstStyle/>
                    <a:p>
                      <a:r>
                        <a:rPr lang="en-US" dirty="0">
                          <a:latin typeface="Book Antiqua" panose="02040602050305030304" pitchFamily="18" charset="0"/>
                        </a:rPr>
                        <a:t>91</a:t>
                      </a:r>
                    </a:p>
                  </a:txBody>
                  <a:tcPr/>
                </a:tc>
                <a:tc>
                  <a:txBody>
                    <a:bodyPr/>
                    <a:lstStyle/>
                    <a:p>
                      <a:r>
                        <a:rPr lang="en-US" dirty="0">
                          <a:latin typeface="Book Antiqua" panose="02040602050305030304" pitchFamily="18" charset="0"/>
                        </a:rPr>
                        <a:t>46</a:t>
                      </a:r>
                    </a:p>
                  </a:txBody>
                  <a:tcPr/>
                </a:tc>
                <a:tc>
                  <a:txBody>
                    <a:bodyPr/>
                    <a:lstStyle/>
                    <a:p>
                      <a:r>
                        <a:rPr lang="en-US" dirty="0">
                          <a:latin typeface="Book Antiqua" panose="02040602050305030304" pitchFamily="18" charset="0"/>
                        </a:rPr>
                        <a:t>4</a:t>
                      </a:r>
                    </a:p>
                  </a:txBody>
                  <a:tcPr/>
                </a:tc>
                <a:tc>
                  <a:txBody>
                    <a:bodyPr/>
                    <a:lstStyle/>
                    <a:p>
                      <a:r>
                        <a:rPr lang="en-US" dirty="0">
                          <a:latin typeface="Book Antiqua" panose="02040602050305030304" pitchFamily="18" charset="0"/>
                        </a:rPr>
                        <a:t>5</a:t>
                      </a:r>
                    </a:p>
                  </a:txBody>
                  <a:tcPr/>
                </a:tc>
                <a:extLst>
                  <a:ext uri="{0D108BD9-81ED-4DB2-BD59-A6C34878D82A}">
                    <a16:rowId xmlns:a16="http://schemas.microsoft.com/office/drawing/2014/main" val="2360141343"/>
                  </a:ext>
                </a:extLst>
              </a:tr>
              <a:tr h="370840">
                <a:tc>
                  <a:txBody>
                    <a:bodyPr/>
                    <a:lstStyle/>
                    <a:p>
                      <a:r>
                        <a:rPr lang="en-US" dirty="0">
                          <a:latin typeface="Book Antiqua" panose="02040602050305030304" pitchFamily="18" charset="0"/>
                        </a:rPr>
                        <a:t>002</a:t>
                      </a:r>
                    </a:p>
                  </a:txBody>
                  <a:tcPr/>
                </a:tc>
                <a:tc>
                  <a:txBody>
                    <a:bodyPr/>
                    <a:lstStyle/>
                    <a:p>
                      <a:r>
                        <a:rPr lang="en-US" dirty="0">
                          <a:latin typeface="Book Antiqua" panose="02040602050305030304" pitchFamily="18" charset="0"/>
                        </a:rPr>
                        <a:t>USA</a:t>
                      </a:r>
                    </a:p>
                  </a:txBody>
                  <a:tcPr/>
                </a:tc>
                <a:tc>
                  <a:txBody>
                    <a:bodyPr/>
                    <a:lstStyle/>
                    <a:p>
                      <a:r>
                        <a:rPr lang="en-US" dirty="0">
                          <a:latin typeface="Book Antiqua" panose="02040602050305030304" pitchFamily="18" charset="0"/>
                        </a:rPr>
                        <a:t>91</a:t>
                      </a:r>
                    </a:p>
                  </a:txBody>
                  <a:tcPr/>
                </a:tc>
                <a:tc>
                  <a:txBody>
                    <a:bodyPr/>
                    <a:lstStyle/>
                    <a:p>
                      <a:r>
                        <a:rPr lang="en-US" dirty="0">
                          <a:latin typeface="Book Antiqua" panose="02040602050305030304" pitchFamily="18" charset="0"/>
                        </a:rPr>
                        <a:t>46</a:t>
                      </a:r>
                    </a:p>
                  </a:txBody>
                  <a:tcPr/>
                </a:tc>
                <a:tc>
                  <a:txBody>
                    <a:bodyPr/>
                    <a:lstStyle/>
                    <a:p>
                      <a:r>
                        <a:rPr lang="en-US" dirty="0">
                          <a:latin typeface="Book Antiqua" panose="02040602050305030304" pitchFamily="18" charset="0"/>
                        </a:rPr>
                        <a:t>3</a:t>
                      </a:r>
                    </a:p>
                  </a:txBody>
                  <a:tcPr/>
                </a:tc>
                <a:tc>
                  <a:txBody>
                    <a:bodyPr/>
                    <a:lstStyle/>
                    <a:p>
                      <a:r>
                        <a:rPr lang="en-US" dirty="0">
                          <a:latin typeface="Book Antiqua" panose="02040602050305030304" pitchFamily="18" charset="0"/>
                        </a:rPr>
                        <a:t>4</a:t>
                      </a:r>
                    </a:p>
                  </a:txBody>
                  <a:tcPr/>
                </a:tc>
                <a:extLst>
                  <a:ext uri="{0D108BD9-81ED-4DB2-BD59-A6C34878D82A}">
                    <a16:rowId xmlns:a16="http://schemas.microsoft.com/office/drawing/2014/main" val="2582205232"/>
                  </a:ext>
                </a:extLst>
              </a:tr>
              <a:tr h="370840">
                <a:tc>
                  <a:txBody>
                    <a:bodyPr/>
                    <a:lstStyle/>
                    <a:p>
                      <a:r>
                        <a:rPr lang="en-US" dirty="0">
                          <a:latin typeface="Book Antiqua" panose="02040602050305030304" pitchFamily="18" charset="0"/>
                        </a:rPr>
                        <a:t>003</a:t>
                      </a:r>
                    </a:p>
                  </a:txBody>
                  <a:tcPr/>
                </a:tc>
                <a:tc>
                  <a:txBody>
                    <a:bodyPr/>
                    <a:lstStyle/>
                    <a:p>
                      <a:r>
                        <a:rPr lang="en-US" dirty="0">
                          <a:latin typeface="Book Antiqua" panose="02040602050305030304" pitchFamily="18" charset="0"/>
                        </a:rPr>
                        <a:t>USA</a:t>
                      </a:r>
                    </a:p>
                  </a:txBody>
                  <a:tcPr/>
                </a:tc>
                <a:tc>
                  <a:txBody>
                    <a:bodyPr/>
                    <a:lstStyle/>
                    <a:p>
                      <a:r>
                        <a:rPr lang="en-US" dirty="0">
                          <a:latin typeface="Book Antiqua" panose="02040602050305030304" pitchFamily="18" charset="0"/>
                        </a:rPr>
                        <a:t>91</a:t>
                      </a:r>
                    </a:p>
                  </a:txBody>
                  <a:tcPr/>
                </a:tc>
                <a:tc>
                  <a:txBody>
                    <a:bodyPr/>
                    <a:lstStyle/>
                    <a:p>
                      <a:r>
                        <a:rPr lang="en-US" dirty="0">
                          <a:latin typeface="Book Antiqua" panose="02040602050305030304" pitchFamily="18" charset="0"/>
                        </a:rPr>
                        <a:t>46</a:t>
                      </a:r>
                    </a:p>
                  </a:txBody>
                  <a:tcPr/>
                </a:tc>
                <a:tc>
                  <a:txBody>
                    <a:bodyPr/>
                    <a:lstStyle/>
                    <a:p>
                      <a:r>
                        <a:rPr lang="en-US" dirty="0">
                          <a:latin typeface="Book Antiqua" panose="02040602050305030304" pitchFamily="18" charset="0"/>
                        </a:rPr>
                        <a:t>3</a:t>
                      </a:r>
                    </a:p>
                  </a:txBody>
                  <a:tcPr/>
                </a:tc>
                <a:tc>
                  <a:txBody>
                    <a:bodyPr/>
                    <a:lstStyle/>
                    <a:p>
                      <a:r>
                        <a:rPr lang="en-US" dirty="0">
                          <a:latin typeface="Book Antiqua" panose="02040602050305030304" pitchFamily="18" charset="0"/>
                        </a:rPr>
                        <a:t>5</a:t>
                      </a:r>
                    </a:p>
                  </a:txBody>
                  <a:tcPr/>
                </a:tc>
                <a:extLst>
                  <a:ext uri="{0D108BD9-81ED-4DB2-BD59-A6C34878D82A}">
                    <a16:rowId xmlns:a16="http://schemas.microsoft.com/office/drawing/2014/main" val="2142780679"/>
                  </a:ext>
                </a:extLst>
              </a:tr>
              <a:tr h="370840">
                <a:tc>
                  <a:txBody>
                    <a:bodyPr/>
                    <a:lstStyle/>
                    <a:p>
                      <a:r>
                        <a:rPr lang="en-US" dirty="0">
                          <a:latin typeface="Book Antiqua" panose="02040602050305030304" pitchFamily="18" charset="0"/>
                        </a:rPr>
                        <a:t>…</a:t>
                      </a:r>
                    </a:p>
                  </a:txBody>
                  <a:tcPr/>
                </a:tc>
                <a:tc>
                  <a:txBody>
                    <a:bodyPr/>
                    <a:lstStyle/>
                    <a:p>
                      <a:r>
                        <a:rPr lang="en-US" dirty="0">
                          <a:latin typeface="Book Antiqua" panose="02040602050305030304" pitchFamily="18" charset="0"/>
                        </a:rPr>
                        <a:t>…</a:t>
                      </a:r>
                    </a:p>
                  </a:txBody>
                  <a:tcPr/>
                </a:tc>
                <a:tc>
                  <a:txBody>
                    <a:bodyPr/>
                    <a:lstStyle/>
                    <a:p>
                      <a:r>
                        <a:rPr lang="en-US" dirty="0">
                          <a:latin typeface="Book Antiqua" panose="02040602050305030304" pitchFamily="18" charset="0"/>
                        </a:rPr>
                        <a:t>…</a:t>
                      </a:r>
                    </a:p>
                  </a:txBody>
                  <a:tcPr/>
                </a:tc>
                <a:tc>
                  <a:txBody>
                    <a:bodyPr/>
                    <a:lstStyle/>
                    <a:p>
                      <a:r>
                        <a:rPr lang="en-US" dirty="0">
                          <a:latin typeface="Book Antiqua" panose="02040602050305030304" pitchFamily="18" charset="0"/>
                        </a:rPr>
                        <a:t>…</a:t>
                      </a:r>
                    </a:p>
                  </a:txBody>
                  <a:tcPr/>
                </a:tc>
                <a:tc>
                  <a:txBody>
                    <a:bodyPr/>
                    <a:lstStyle/>
                    <a:p>
                      <a:r>
                        <a:rPr lang="en-US" dirty="0">
                          <a:latin typeface="Book Antiqua" panose="02040602050305030304" pitchFamily="18" charset="0"/>
                        </a:rPr>
                        <a:t>…</a:t>
                      </a:r>
                    </a:p>
                  </a:txBody>
                  <a:tcPr/>
                </a:tc>
                <a:tc>
                  <a:txBody>
                    <a:bodyPr/>
                    <a:lstStyle/>
                    <a:p>
                      <a:r>
                        <a:rPr lang="en-US" dirty="0">
                          <a:latin typeface="Book Antiqua" panose="02040602050305030304" pitchFamily="18" charset="0"/>
                        </a:rPr>
                        <a:t>…</a:t>
                      </a:r>
                    </a:p>
                  </a:txBody>
                  <a:tcPr/>
                </a:tc>
                <a:extLst>
                  <a:ext uri="{0D108BD9-81ED-4DB2-BD59-A6C34878D82A}">
                    <a16:rowId xmlns:a16="http://schemas.microsoft.com/office/drawing/2014/main" val="677418874"/>
                  </a:ext>
                </a:extLst>
              </a:tr>
              <a:tr h="370840">
                <a:tc>
                  <a:txBody>
                    <a:bodyPr/>
                    <a:lstStyle/>
                    <a:p>
                      <a:r>
                        <a:rPr lang="en-US" dirty="0">
                          <a:latin typeface="Book Antiqua" panose="02040602050305030304" pitchFamily="18" charset="0"/>
                        </a:rPr>
                        <a:t>045</a:t>
                      </a:r>
                    </a:p>
                  </a:txBody>
                  <a:tcPr/>
                </a:tc>
                <a:tc>
                  <a:txBody>
                    <a:bodyPr/>
                    <a:lstStyle/>
                    <a:p>
                      <a:r>
                        <a:rPr lang="en-US" dirty="0">
                          <a:latin typeface="Book Antiqua" panose="02040602050305030304" pitchFamily="18" charset="0"/>
                        </a:rPr>
                        <a:t>Turkey</a:t>
                      </a:r>
                    </a:p>
                  </a:txBody>
                  <a:tcPr/>
                </a:tc>
                <a:tc>
                  <a:txBody>
                    <a:bodyPr/>
                    <a:lstStyle/>
                    <a:p>
                      <a:r>
                        <a:rPr lang="en-US" dirty="0">
                          <a:latin typeface="Book Antiqua" panose="02040602050305030304" pitchFamily="18" charset="0"/>
                        </a:rPr>
                        <a:t>37</a:t>
                      </a:r>
                    </a:p>
                  </a:txBody>
                  <a:tcPr/>
                </a:tc>
                <a:tc>
                  <a:txBody>
                    <a:bodyPr/>
                    <a:lstStyle/>
                    <a:p>
                      <a:r>
                        <a:rPr lang="en-US" dirty="0">
                          <a:latin typeface="Book Antiqua" panose="02040602050305030304" pitchFamily="18" charset="0"/>
                        </a:rPr>
                        <a:t>85</a:t>
                      </a:r>
                    </a:p>
                  </a:txBody>
                  <a:tcPr/>
                </a:tc>
                <a:tc>
                  <a:txBody>
                    <a:bodyPr/>
                    <a:lstStyle/>
                    <a:p>
                      <a:r>
                        <a:rPr lang="en-US" dirty="0">
                          <a:latin typeface="Book Antiqua" panose="02040602050305030304" pitchFamily="18" charset="0"/>
                        </a:rPr>
                        <a:t>4</a:t>
                      </a:r>
                    </a:p>
                  </a:txBody>
                  <a:tcPr/>
                </a:tc>
                <a:tc>
                  <a:txBody>
                    <a:bodyPr/>
                    <a:lstStyle/>
                    <a:p>
                      <a:r>
                        <a:rPr lang="en-US" dirty="0">
                          <a:latin typeface="Book Antiqua" panose="02040602050305030304" pitchFamily="18" charset="0"/>
                        </a:rPr>
                        <a:t>4</a:t>
                      </a:r>
                    </a:p>
                  </a:txBody>
                  <a:tcPr/>
                </a:tc>
                <a:extLst>
                  <a:ext uri="{0D108BD9-81ED-4DB2-BD59-A6C34878D82A}">
                    <a16:rowId xmlns:a16="http://schemas.microsoft.com/office/drawing/2014/main" val="1565368501"/>
                  </a:ext>
                </a:extLst>
              </a:tr>
              <a:tr h="370840">
                <a:tc>
                  <a:txBody>
                    <a:bodyPr/>
                    <a:lstStyle/>
                    <a:p>
                      <a:r>
                        <a:rPr lang="en-US" dirty="0">
                          <a:latin typeface="Book Antiqua" panose="02040602050305030304" pitchFamily="18" charset="0"/>
                        </a:rPr>
                        <a:t>046</a:t>
                      </a:r>
                    </a:p>
                  </a:txBody>
                  <a:tcPr/>
                </a:tc>
                <a:tc>
                  <a:txBody>
                    <a:bodyPr/>
                    <a:lstStyle/>
                    <a:p>
                      <a:r>
                        <a:rPr lang="en-US" dirty="0">
                          <a:latin typeface="Book Antiqua" panose="02040602050305030304" pitchFamily="18" charset="0"/>
                        </a:rPr>
                        <a:t>Turkey</a:t>
                      </a:r>
                    </a:p>
                  </a:txBody>
                  <a:tcPr/>
                </a:tc>
                <a:tc>
                  <a:txBody>
                    <a:bodyPr/>
                    <a:lstStyle/>
                    <a:p>
                      <a:r>
                        <a:rPr lang="en-US" dirty="0">
                          <a:latin typeface="Book Antiqua" panose="02040602050305030304" pitchFamily="18" charset="0"/>
                        </a:rPr>
                        <a:t>37</a:t>
                      </a:r>
                    </a:p>
                  </a:txBody>
                  <a:tcPr/>
                </a:tc>
                <a:tc>
                  <a:txBody>
                    <a:bodyPr/>
                    <a:lstStyle/>
                    <a:p>
                      <a:r>
                        <a:rPr lang="en-US" dirty="0">
                          <a:latin typeface="Book Antiqua" panose="02040602050305030304" pitchFamily="18" charset="0"/>
                        </a:rPr>
                        <a:t>85</a:t>
                      </a:r>
                    </a:p>
                  </a:txBody>
                  <a:tcPr/>
                </a:tc>
                <a:tc>
                  <a:txBody>
                    <a:bodyPr/>
                    <a:lstStyle/>
                    <a:p>
                      <a:r>
                        <a:rPr lang="en-US" dirty="0">
                          <a:latin typeface="Book Antiqua" panose="02040602050305030304" pitchFamily="18" charset="0"/>
                        </a:rPr>
                        <a:t>3</a:t>
                      </a:r>
                    </a:p>
                  </a:txBody>
                  <a:tcPr/>
                </a:tc>
                <a:tc>
                  <a:txBody>
                    <a:bodyPr/>
                    <a:lstStyle/>
                    <a:p>
                      <a:r>
                        <a:rPr lang="en-US" dirty="0">
                          <a:latin typeface="Book Antiqua" panose="02040602050305030304" pitchFamily="18" charset="0"/>
                        </a:rPr>
                        <a:t>3</a:t>
                      </a:r>
                    </a:p>
                  </a:txBody>
                  <a:tcPr/>
                </a:tc>
                <a:extLst>
                  <a:ext uri="{0D108BD9-81ED-4DB2-BD59-A6C34878D82A}">
                    <a16:rowId xmlns:a16="http://schemas.microsoft.com/office/drawing/2014/main" val="2725897077"/>
                  </a:ext>
                </a:extLst>
              </a:tr>
            </a:tbl>
          </a:graphicData>
        </a:graphic>
      </p:graphicFrame>
      <p:sp>
        <p:nvSpPr>
          <p:cNvPr id="6" name="Left Brace 5">
            <a:extLst>
              <a:ext uri="{FF2B5EF4-FFF2-40B4-BE49-F238E27FC236}">
                <a16:creationId xmlns:a16="http://schemas.microsoft.com/office/drawing/2014/main" id="{3FA5FE16-2A79-4415-B653-98C377684363}"/>
              </a:ext>
            </a:extLst>
          </p:cNvPr>
          <p:cNvSpPr/>
          <p:nvPr/>
        </p:nvSpPr>
        <p:spPr>
          <a:xfrm rot="5400000">
            <a:off x="5962378" y="1051396"/>
            <a:ext cx="267242" cy="1653327"/>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Left Brace 6">
            <a:extLst>
              <a:ext uri="{FF2B5EF4-FFF2-40B4-BE49-F238E27FC236}">
                <a16:creationId xmlns:a16="http://schemas.microsoft.com/office/drawing/2014/main" id="{89C8D3C2-7344-469C-995C-F5C4D4FB14B2}"/>
              </a:ext>
            </a:extLst>
          </p:cNvPr>
          <p:cNvSpPr/>
          <p:nvPr/>
        </p:nvSpPr>
        <p:spPr>
          <a:xfrm rot="5400000">
            <a:off x="9022572" y="1051395"/>
            <a:ext cx="267242" cy="1653327"/>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079BBEA3-2EE1-4C84-B3D5-3573FA3D43B9}"/>
              </a:ext>
            </a:extLst>
          </p:cNvPr>
          <p:cNvSpPr/>
          <p:nvPr/>
        </p:nvSpPr>
        <p:spPr>
          <a:xfrm>
            <a:off x="4594626" y="1373456"/>
            <a:ext cx="3002745" cy="369332"/>
          </a:xfrm>
          <a:prstGeom prst="rect">
            <a:avLst/>
          </a:prstGeom>
        </p:spPr>
        <p:txBody>
          <a:bodyPr wrap="none">
            <a:spAutoFit/>
          </a:bodyPr>
          <a:lstStyle/>
          <a:p>
            <a:r>
              <a:rPr lang="en-US" dirty="0">
                <a:latin typeface="Book Antiqua" panose="02040602050305030304" pitchFamily="18" charset="0"/>
              </a:rPr>
              <a:t>Measured in Country Level</a:t>
            </a:r>
            <a:endParaRPr lang="en-US" dirty="0"/>
          </a:p>
        </p:txBody>
      </p:sp>
      <p:sp>
        <p:nvSpPr>
          <p:cNvPr id="9" name="Rectangle 8">
            <a:extLst>
              <a:ext uri="{FF2B5EF4-FFF2-40B4-BE49-F238E27FC236}">
                <a16:creationId xmlns:a16="http://schemas.microsoft.com/office/drawing/2014/main" id="{0AED3011-2D45-4E88-A4C8-7C0B7D450F12}"/>
              </a:ext>
            </a:extLst>
          </p:cNvPr>
          <p:cNvSpPr/>
          <p:nvPr/>
        </p:nvSpPr>
        <p:spPr>
          <a:xfrm>
            <a:off x="7839166" y="1373456"/>
            <a:ext cx="2634054" cy="369332"/>
          </a:xfrm>
          <a:prstGeom prst="rect">
            <a:avLst/>
          </a:prstGeom>
        </p:spPr>
        <p:txBody>
          <a:bodyPr wrap="none">
            <a:spAutoFit/>
          </a:bodyPr>
          <a:lstStyle/>
          <a:p>
            <a:r>
              <a:rPr lang="en-US" dirty="0">
                <a:latin typeface="Book Antiqua" panose="02040602050305030304" pitchFamily="18" charset="0"/>
              </a:rPr>
              <a:t>Measured in Firm Level</a:t>
            </a:r>
            <a:endParaRPr lang="en-US" dirty="0"/>
          </a:p>
        </p:txBody>
      </p:sp>
      <p:sp>
        <p:nvSpPr>
          <p:cNvPr id="10" name="Rectangle 9">
            <a:extLst>
              <a:ext uri="{FF2B5EF4-FFF2-40B4-BE49-F238E27FC236}">
                <a16:creationId xmlns:a16="http://schemas.microsoft.com/office/drawing/2014/main" id="{200ADC4A-365E-44C2-98A9-502DE97BFBE3}"/>
              </a:ext>
            </a:extLst>
          </p:cNvPr>
          <p:cNvSpPr/>
          <p:nvPr/>
        </p:nvSpPr>
        <p:spPr>
          <a:xfrm>
            <a:off x="2159358" y="5242603"/>
            <a:ext cx="9359689" cy="923330"/>
          </a:xfrm>
          <a:prstGeom prst="rect">
            <a:avLst/>
          </a:prstGeom>
        </p:spPr>
        <p:txBody>
          <a:bodyPr wrap="square">
            <a:spAutoFit/>
          </a:bodyPr>
          <a:lstStyle/>
          <a:p>
            <a:pPr marL="285750" indent="-285750">
              <a:buFont typeface="Arial" panose="020B0604020202020204" pitchFamily="34" charset="0"/>
              <a:buChar char="•"/>
            </a:pPr>
            <a:r>
              <a:rPr lang="en-US" dirty="0">
                <a:latin typeface="Book Antiqua" panose="02040602050305030304" pitchFamily="18" charset="0"/>
              </a:rPr>
              <a:t>The </a:t>
            </a:r>
            <a:r>
              <a:rPr lang="en-US" i="1" dirty="0">
                <a:latin typeface="Book Antiqua" panose="02040602050305030304" pitchFamily="18" charset="0"/>
              </a:rPr>
              <a:t>independence assumption </a:t>
            </a:r>
            <a:r>
              <a:rPr lang="en-US" dirty="0">
                <a:latin typeface="Book Antiqua" panose="02040602050305030304" pitchFamily="18" charset="0"/>
              </a:rPr>
              <a:t>is violated. The residuals from the same country or same cluster may be correlated. </a:t>
            </a:r>
          </a:p>
          <a:p>
            <a:pPr marL="285750" indent="-285750">
              <a:buFont typeface="Arial" panose="020B0604020202020204" pitchFamily="34" charset="0"/>
              <a:buChar char="•"/>
            </a:pPr>
            <a:r>
              <a:rPr lang="en-US" i="1" dirty="0">
                <a:latin typeface="Book Antiqua" panose="02040602050305030304" pitchFamily="18" charset="0"/>
              </a:rPr>
              <a:t>Ecological fallacy </a:t>
            </a:r>
            <a:r>
              <a:rPr lang="en-US" dirty="0">
                <a:latin typeface="Book Antiqua" panose="02040602050305030304" pitchFamily="18" charset="0"/>
              </a:rPr>
              <a:t>(blindly stretching group traits to individual firms.) (</a:t>
            </a:r>
            <a:r>
              <a:rPr lang="en-US" dirty="0" err="1">
                <a:latin typeface="Book Antiqua" panose="02040602050305030304" pitchFamily="18" charset="0"/>
              </a:rPr>
              <a:t>Ketokivi</a:t>
            </a:r>
            <a:r>
              <a:rPr lang="en-US" dirty="0">
                <a:latin typeface="Book Antiqua" panose="02040602050305030304" pitchFamily="18" charset="0"/>
              </a:rPr>
              <a:t>, 2019)</a:t>
            </a:r>
            <a:endParaRPr lang="en-US" dirty="0"/>
          </a:p>
        </p:txBody>
      </p:sp>
      <p:sp>
        <p:nvSpPr>
          <p:cNvPr id="11" name="Rectangle 10">
            <a:extLst>
              <a:ext uri="{FF2B5EF4-FFF2-40B4-BE49-F238E27FC236}">
                <a16:creationId xmlns:a16="http://schemas.microsoft.com/office/drawing/2014/main" id="{AB49B6A3-C043-46A1-8160-D5E761569F44}"/>
              </a:ext>
            </a:extLst>
          </p:cNvPr>
          <p:cNvSpPr/>
          <p:nvPr/>
        </p:nvSpPr>
        <p:spPr>
          <a:xfrm>
            <a:off x="1987296" y="6438646"/>
            <a:ext cx="10204704" cy="276999"/>
          </a:xfrm>
          <a:prstGeom prst="rect">
            <a:avLst/>
          </a:prstGeom>
        </p:spPr>
        <p:txBody>
          <a:bodyPr wrap="square">
            <a:spAutoFit/>
          </a:bodyPr>
          <a:lstStyle/>
          <a:p>
            <a:r>
              <a:rPr lang="en-US" sz="1200" dirty="0" err="1">
                <a:latin typeface="Book Antiqua" panose="02040602050305030304" pitchFamily="18" charset="0"/>
              </a:rPr>
              <a:t>Ketokivi</a:t>
            </a:r>
            <a:r>
              <a:rPr lang="en-US" sz="1200" dirty="0">
                <a:latin typeface="Book Antiqua" panose="02040602050305030304" pitchFamily="18" charset="0"/>
              </a:rPr>
              <a:t>, M. (2019). Avoiding bias and fallacy in survey research: A behavioral multilevel approach. </a:t>
            </a:r>
            <a:r>
              <a:rPr lang="en-US" sz="1200" i="1" dirty="0">
                <a:latin typeface="Book Antiqua" panose="02040602050305030304" pitchFamily="18" charset="0"/>
              </a:rPr>
              <a:t>Journal of Operations Management</a:t>
            </a:r>
            <a:r>
              <a:rPr lang="en-US" sz="1200" dirty="0">
                <a:latin typeface="Book Antiqua" panose="02040602050305030304" pitchFamily="18" charset="0"/>
              </a:rPr>
              <a:t>, 65(4), 380-402.</a:t>
            </a:r>
          </a:p>
        </p:txBody>
      </p:sp>
    </p:spTree>
    <p:extLst>
      <p:ext uri="{BB962C8B-B14F-4D97-AF65-F5344CB8AC3E}">
        <p14:creationId xmlns:p14="http://schemas.microsoft.com/office/powerpoint/2010/main" val="922449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BDC59-5076-4DF9-ACC9-C6228D0A66F8}"/>
              </a:ext>
            </a:extLst>
          </p:cNvPr>
          <p:cNvSpPr>
            <a:spLocks noGrp="1"/>
          </p:cNvSpPr>
          <p:nvPr>
            <p:ph type="title"/>
          </p:nvPr>
        </p:nvSpPr>
        <p:spPr/>
        <p:txBody>
          <a:bodyPr/>
          <a:lstStyle/>
          <a:p>
            <a:r>
              <a:rPr lang="en-US" dirty="0"/>
              <a:t>Analytical Framework – Multilevel Mixed-Effect Model (2/2)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6718F97-8193-4B95-A49C-738F20E8D999}"/>
                  </a:ext>
                </a:extLst>
              </p:cNvPr>
              <p:cNvSpPr>
                <a:spLocks noGrp="1"/>
              </p:cNvSpPr>
              <p:nvPr>
                <p:ph idx="1"/>
              </p:nvPr>
            </p:nvSpPr>
            <p:spPr/>
            <p:txBody>
              <a:bodyPr/>
              <a:lstStyle/>
              <a:p>
                <a:r>
                  <a:rPr lang="en-US" dirty="0"/>
                  <a:t>In the multi-level mixed effect model, you can allow each different country to have its own intercept and slope (or random intercept and random slope, not totally random, but function of some variables).</a:t>
                </a:r>
              </a:p>
              <a:p>
                <a:r>
                  <a:rPr lang="en-US" dirty="0"/>
                  <a:t>Firm level model: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𝑝𝑒𝑟𝑓𝑜𝑟𝑚𝑎𝑛𝑐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𝑝𝑟𝑎𝑐𝑡𝑖𝑐𝑒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𝑖𝑗</m:t>
                          </m:r>
                        </m:sub>
                      </m:sSub>
                    </m:oMath>
                  </m:oMathPara>
                </a14:m>
                <a:endParaRPr lang="en-US" b="0" dirty="0"/>
              </a:p>
              <a:p>
                <a:r>
                  <a:rPr lang="en-US" dirty="0"/>
                  <a:t>Random intercept model:</a:t>
                </a:r>
              </a:p>
              <a:p>
                <a:pPr marL="0" indent="0" algn="ctr">
                  <a:buNone/>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00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01</m:t>
                        </m:r>
                      </m:sub>
                    </m:sSub>
                    <m:r>
                      <a:rPr lang="en-US" b="0" i="1" smtClean="0">
                        <a:latin typeface="Cambria Math" panose="02040503050406030204" pitchFamily="18" charset="0"/>
                      </a:rPr>
                      <m:t>⋅</m:t>
                    </m:r>
                    <m:r>
                      <a:rPr lang="en-US" b="1" i="1" smtClean="0">
                        <a:latin typeface="Cambria Math" panose="02040503050406030204" pitchFamily="18" charset="0"/>
                      </a:rPr>
                      <m:t>𝒄𝒖𝒍𝒕𝒖𝒓</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𝒆</m:t>
                        </m:r>
                      </m:e>
                      <m:sub>
                        <m:r>
                          <a:rPr lang="en-US" b="1" i="1" smtClean="0">
                            <a:latin typeface="Cambria Math" panose="02040503050406030204" pitchFamily="18" charset="0"/>
                          </a:rPr>
                          <m:t>𝒋</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0</m:t>
                        </m:r>
                        <m:r>
                          <a:rPr lang="en-US" b="0" i="1" smtClean="0">
                            <a:latin typeface="Cambria Math" panose="02040503050406030204" pitchFamily="18" charset="0"/>
                          </a:rPr>
                          <m:t>𝑗</m:t>
                        </m:r>
                      </m:sub>
                    </m:sSub>
                  </m:oMath>
                </a14:m>
                <a:endParaRPr lang="en-US" dirty="0"/>
              </a:p>
              <a:p>
                <a:r>
                  <a:rPr lang="en-US" dirty="0"/>
                  <a:t>Random slope model: </a:t>
                </a:r>
              </a:p>
              <a:p>
                <a:pPr marL="0" indent="0" algn="ctr">
                  <a:buNone/>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1</m:t>
                        </m:r>
                        <m:r>
                          <a:rPr lang="en-US" b="0" i="1" smtClean="0">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b="0" i="1" smtClean="0">
                            <a:latin typeface="Cambria Math" panose="02040503050406030204" pitchFamily="18" charset="0"/>
                          </a:rPr>
                          <m:t>1</m:t>
                        </m:r>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b="0" i="1" smtClean="0">
                            <a:latin typeface="Cambria Math" panose="02040503050406030204" pitchFamily="18" charset="0"/>
                          </a:rPr>
                          <m:t>1</m:t>
                        </m:r>
                        <m:r>
                          <a:rPr lang="en-US" i="1">
                            <a:latin typeface="Cambria Math" panose="02040503050406030204" pitchFamily="18" charset="0"/>
                          </a:rPr>
                          <m:t>1</m:t>
                        </m:r>
                      </m:sub>
                    </m:sSub>
                    <m:r>
                      <a:rPr lang="en-US" i="1">
                        <a:latin typeface="Cambria Math" panose="02040503050406030204" pitchFamily="18" charset="0"/>
                      </a:rPr>
                      <m:t>⋅</m:t>
                    </m:r>
                    <m:r>
                      <a:rPr lang="en-US" b="1" i="1">
                        <a:latin typeface="Cambria Math" panose="02040503050406030204" pitchFamily="18" charset="0"/>
                      </a:rPr>
                      <m:t>𝒄𝒖𝒍𝒕𝒖𝒓</m:t>
                    </m:r>
                    <m:sSub>
                      <m:sSubPr>
                        <m:ctrlPr>
                          <a:rPr lang="en-US" b="1" i="1" smtClean="0">
                            <a:latin typeface="Cambria Math" panose="02040503050406030204" pitchFamily="18" charset="0"/>
                          </a:rPr>
                        </m:ctrlPr>
                      </m:sSubPr>
                      <m:e>
                        <m:r>
                          <a:rPr lang="en-US" b="1" i="1">
                            <a:latin typeface="Cambria Math" panose="02040503050406030204" pitchFamily="18" charset="0"/>
                          </a:rPr>
                          <m:t>𝒆</m:t>
                        </m:r>
                      </m:e>
                      <m:sub>
                        <m:r>
                          <a:rPr lang="en-US" b="1" i="1" smtClean="0">
                            <a:latin typeface="Cambria Math" panose="02040503050406030204" pitchFamily="18" charset="0"/>
                          </a:rPr>
                          <m:t>𝒋</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1</m:t>
                        </m:r>
                        <m:r>
                          <a:rPr lang="en-US" b="0" i="1" smtClean="0">
                            <a:latin typeface="Cambria Math" panose="02040503050406030204" pitchFamily="18" charset="0"/>
                          </a:rPr>
                          <m:t>𝑗</m:t>
                        </m:r>
                      </m:sub>
                    </m:sSub>
                  </m:oMath>
                </a14:m>
                <a:endParaRPr lang="en-US" dirty="0"/>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F6718F97-8193-4B95-A49C-738F20E8D999}"/>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n-US">
                    <a:noFill/>
                  </a:rPr>
                  <a:t> </a:t>
                </a:r>
              </a:p>
            </p:txBody>
          </p:sp>
        </mc:Fallback>
      </mc:AlternateContent>
    </p:spTree>
    <p:extLst>
      <p:ext uri="{BB962C8B-B14F-4D97-AF65-F5344CB8AC3E}">
        <p14:creationId xmlns:p14="http://schemas.microsoft.com/office/powerpoint/2010/main" val="2638104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782B9-D1FA-4459-A646-86C690C97CA7}"/>
              </a:ext>
            </a:extLst>
          </p:cNvPr>
          <p:cNvSpPr>
            <a:spLocks noGrp="1"/>
          </p:cNvSpPr>
          <p:nvPr>
            <p:ph type="title"/>
          </p:nvPr>
        </p:nvSpPr>
        <p:spPr/>
        <p:txBody>
          <a:bodyPr/>
          <a:lstStyle/>
          <a:p>
            <a:r>
              <a:rPr lang="en-US" dirty="0"/>
              <a:t>Measurement Items for Agility Practices</a:t>
            </a:r>
          </a:p>
        </p:txBody>
      </p:sp>
      <p:pic>
        <p:nvPicPr>
          <p:cNvPr id="4" name="Picture 3">
            <a:extLst>
              <a:ext uri="{FF2B5EF4-FFF2-40B4-BE49-F238E27FC236}">
                <a16:creationId xmlns:a16="http://schemas.microsoft.com/office/drawing/2014/main" id="{B8E938EB-951D-4B5A-90C3-6E3D452C33AA}"/>
              </a:ext>
            </a:extLst>
          </p:cNvPr>
          <p:cNvPicPr>
            <a:picLocks noChangeAspect="1"/>
          </p:cNvPicPr>
          <p:nvPr/>
        </p:nvPicPr>
        <p:blipFill>
          <a:blip r:embed="rId2"/>
          <a:stretch>
            <a:fillRect/>
          </a:stretch>
        </p:blipFill>
        <p:spPr>
          <a:xfrm>
            <a:off x="999676" y="1461909"/>
            <a:ext cx="4818321" cy="1386651"/>
          </a:xfrm>
          <a:prstGeom prst="rect">
            <a:avLst/>
          </a:prstGeom>
        </p:spPr>
      </p:pic>
      <p:pic>
        <p:nvPicPr>
          <p:cNvPr id="5" name="Picture 4">
            <a:extLst>
              <a:ext uri="{FF2B5EF4-FFF2-40B4-BE49-F238E27FC236}">
                <a16:creationId xmlns:a16="http://schemas.microsoft.com/office/drawing/2014/main" id="{08A0A711-B071-4E3B-B3EC-42E7352ABE89}"/>
              </a:ext>
            </a:extLst>
          </p:cNvPr>
          <p:cNvPicPr>
            <a:picLocks noChangeAspect="1"/>
          </p:cNvPicPr>
          <p:nvPr/>
        </p:nvPicPr>
        <p:blipFill>
          <a:blip r:embed="rId3"/>
          <a:stretch>
            <a:fillRect/>
          </a:stretch>
        </p:blipFill>
        <p:spPr>
          <a:xfrm>
            <a:off x="999676" y="3766717"/>
            <a:ext cx="4818321" cy="2040769"/>
          </a:xfrm>
          <a:prstGeom prst="rect">
            <a:avLst/>
          </a:prstGeom>
        </p:spPr>
      </p:pic>
      <p:pic>
        <p:nvPicPr>
          <p:cNvPr id="6" name="Picture 5">
            <a:extLst>
              <a:ext uri="{FF2B5EF4-FFF2-40B4-BE49-F238E27FC236}">
                <a16:creationId xmlns:a16="http://schemas.microsoft.com/office/drawing/2014/main" id="{44DD1593-8E72-4B96-A0CA-0638FBC28109}"/>
              </a:ext>
            </a:extLst>
          </p:cNvPr>
          <p:cNvPicPr>
            <a:picLocks noChangeAspect="1"/>
          </p:cNvPicPr>
          <p:nvPr/>
        </p:nvPicPr>
        <p:blipFill>
          <a:blip r:embed="rId4"/>
          <a:stretch>
            <a:fillRect/>
          </a:stretch>
        </p:blipFill>
        <p:spPr>
          <a:xfrm>
            <a:off x="6374004" y="1461909"/>
            <a:ext cx="4979796" cy="2123826"/>
          </a:xfrm>
          <a:prstGeom prst="rect">
            <a:avLst/>
          </a:prstGeom>
        </p:spPr>
      </p:pic>
      <p:pic>
        <p:nvPicPr>
          <p:cNvPr id="7" name="Picture 6">
            <a:extLst>
              <a:ext uri="{FF2B5EF4-FFF2-40B4-BE49-F238E27FC236}">
                <a16:creationId xmlns:a16="http://schemas.microsoft.com/office/drawing/2014/main" id="{4BD5DFEC-C806-451E-BC69-27EC5F17E29A}"/>
              </a:ext>
            </a:extLst>
          </p:cNvPr>
          <p:cNvPicPr>
            <a:picLocks noChangeAspect="1"/>
          </p:cNvPicPr>
          <p:nvPr/>
        </p:nvPicPr>
        <p:blipFill>
          <a:blip r:embed="rId5"/>
          <a:stretch>
            <a:fillRect/>
          </a:stretch>
        </p:blipFill>
        <p:spPr>
          <a:xfrm>
            <a:off x="6374005" y="3766717"/>
            <a:ext cx="4979796" cy="2414447"/>
          </a:xfrm>
          <a:prstGeom prst="rect">
            <a:avLst/>
          </a:prstGeom>
        </p:spPr>
      </p:pic>
    </p:spTree>
    <p:extLst>
      <p:ext uri="{BB962C8B-B14F-4D97-AF65-F5344CB8AC3E}">
        <p14:creationId xmlns:p14="http://schemas.microsoft.com/office/powerpoint/2010/main" val="3458157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2DB47-E94D-41DB-B56B-F8F5287A77C6}"/>
              </a:ext>
            </a:extLst>
          </p:cNvPr>
          <p:cNvSpPr>
            <a:spLocks noGrp="1"/>
          </p:cNvSpPr>
          <p:nvPr>
            <p:ph type="title"/>
          </p:nvPr>
        </p:nvSpPr>
        <p:spPr/>
        <p:txBody>
          <a:bodyPr/>
          <a:lstStyle/>
          <a:p>
            <a:r>
              <a:rPr lang="en-US" dirty="0"/>
              <a:t>Measurement Items for Agility Outcome</a:t>
            </a:r>
          </a:p>
        </p:txBody>
      </p:sp>
      <p:pic>
        <p:nvPicPr>
          <p:cNvPr id="4" name="Picture 3">
            <a:extLst>
              <a:ext uri="{FF2B5EF4-FFF2-40B4-BE49-F238E27FC236}">
                <a16:creationId xmlns:a16="http://schemas.microsoft.com/office/drawing/2014/main" id="{31628393-F7AD-4777-9037-D0471AFFA05C}"/>
              </a:ext>
            </a:extLst>
          </p:cNvPr>
          <p:cNvPicPr>
            <a:picLocks noChangeAspect="1"/>
          </p:cNvPicPr>
          <p:nvPr/>
        </p:nvPicPr>
        <p:blipFill>
          <a:blip r:embed="rId2"/>
          <a:stretch>
            <a:fillRect/>
          </a:stretch>
        </p:blipFill>
        <p:spPr>
          <a:xfrm>
            <a:off x="228714" y="2517837"/>
            <a:ext cx="5655077" cy="1716963"/>
          </a:xfrm>
          <a:prstGeom prst="rect">
            <a:avLst/>
          </a:prstGeom>
        </p:spPr>
      </p:pic>
      <p:pic>
        <p:nvPicPr>
          <p:cNvPr id="5" name="Picture 4">
            <a:extLst>
              <a:ext uri="{FF2B5EF4-FFF2-40B4-BE49-F238E27FC236}">
                <a16:creationId xmlns:a16="http://schemas.microsoft.com/office/drawing/2014/main" id="{637954B2-DC48-4068-BBBB-6AA536F395F9}"/>
              </a:ext>
            </a:extLst>
          </p:cNvPr>
          <p:cNvPicPr>
            <a:picLocks noChangeAspect="1"/>
          </p:cNvPicPr>
          <p:nvPr/>
        </p:nvPicPr>
        <p:blipFill>
          <a:blip r:embed="rId3"/>
          <a:stretch>
            <a:fillRect/>
          </a:stretch>
        </p:blipFill>
        <p:spPr>
          <a:xfrm>
            <a:off x="5961191" y="2483231"/>
            <a:ext cx="6002095" cy="1716963"/>
          </a:xfrm>
          <a:prstGeom prst="rect">
            <a:avLst/>
          </a:prstGeom>
        </p:spPr>
      </p:pic>
    </p:spTree>
    <p:extLst>
      <p:ext uri="{BB962C8B-B14F-4D97-AF65-F5344CB8AC3E}">
        <p14:creationId xmlns:p14="http://schemas.microsoft.com/office/powerpoint/2010/main" val="580535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9F44D-8172-4E31-A201-3B18341368E4}"/>
              </a:ext>
            </a:extLst>
          </p:cNvPr>
          <p:cNvSpPr>
            <a:spLocks noGrp="1"/>
          </p:cNvSpPr>
          <p:nvPr>
            <p:ph type="title"/>
          </p:nvPr>
        </p:nvSpPr>
        <p:spPr/>
        <p:txBody>
          <a:bodyPr/>
          <a:lstStyle/>
          <a:p>
            <a:r>
              <a:rPr lang="en-US" dirty="0"/>
              <a:t>Preliminary Results (1/5)</a:t>
            </a:r>
          </a:p>
        </p:txBody>
      </p:sp>
      <p:sp>
        <p:nvSpPr>
          <p:cNvPr id="3" name="Content Placeholder 2">
            <a:extLst>
              <a:ext uri="{FF2B5EF4-FFF2-40B4-BE49-F238E27FC236}">
                <a16:creationId xmlns:a16="http://schemas.microsoft.com/office/drawing/2014/main" id="{9D2A21CD-8A06-4AD3-B36E-81AADE3F1DF5}"/>
              </a:ext>
            </a:extLst>
          </p:cNvPr>
          <p:cNvSpPr>
            <a:spLocks noGrp="1"/>
          </p:cNvSpPr>
          <p:nvPr>
            <p:ph idx="1"/>
          </p:nvPr>
        </p:nvSpPr>
        <p:spPr/>
        <p:txBody>
          <a:bodyPr/>
          <a:lstStyle/>
          <a:p>
            <a:r>
              <a:rPr lang="en-US" dirty="0"/>
              <a:t>Statistical validity of the </a:t>
            </a:r>
            <a:r>
              <a:rPr lang="en-US" b="1" dirty="0"/>
              <a:t>agility practice </a:t>
            </a:r>
            <a:r>
              <a:rPr lang="en-US" dirty="0"/>
              <a:t>construct.</a:t>
            </a:r>
          </a:p>
          <a:p>
            <a:endParaRPr lang="en-US" dirty="0"/>
          </a:p>
          <a:p>
            <a:endParaRPr lang="en-US" dirty="0"/>
          </a:p>
          <a:p>
            <a:r>
              <a:rPr lang="en-US" dirty="0"/>
              <a:t>Statistical validity of the </a:t>
            </a:r>
            <a:r>
              <a:rPr lang="en-US" b="1" dirty="0"/>
              <a:t>agility outcome </a:t>
            </a:r>
            <a:r>
              <a:rPr lang="en-US" dirty="0"/>
              <a:t>construct. </a:t>
            </a:r>
          </a:p>
          <a:p>
            <a:endParaRPr lang="en-US" dirty="0"/>
          </a:p>
          <a:p>
            <a:endParaRPr lang="en-US" dirty="0"/>
          </a:p>
          <a:p>
            <a:r>
              <a:rPr lang="en-US" dirty="0"/>
              <a:t>Both cases, the second-order construct models are chosen for their theoretical and statistical validity. </a:t>
            </a:r>
          </a:p>
          <a:p>
            <a:r>
              <a:rPr lang="en-US" dirty="0" err="1"/>
              <a:t>Barlett</a:t>
            </a:r>
            <a:r>
              <a:rPr lang="en-US" dirty="0"/>
              <a:t> method is used to produce the factor score for each construct. </a:t>
            </a:r>
          </a:p>
          <a:p>
            <a:pPr marL="0" indent="0">
              <a:buNone/>
            </a:pPr>
            <a:endParaRPr lang="en-US" dirty="0"/>
          </a:p>
          <a:p>
            <a:endParaRPr lang="en-US" dirty="0"/>
          </a:p>
        </p:txBody>
      </p:sp>
      <p:pic>
        <p:nvPicPr>
          <p:cNvPr id="5" name="Picture 4">
            <a:extLst>
              <a:ext uri="{FF2B5EF4-FFF2-40B4-BE49-F238E27FC236}">
                <a16:creationId xmlns:a16="http://schemas.microsoft.com/office/drawing/2014/main" id="{30986F45-0228-435E-93D8-68603FE9DDE5}"/>
              </a:ext>
            </a:extLst>
          </p:cNvPr>
          <p:cNvPicPr>
            <a:picLocks noChangeAspect="1"/>
          </p:cNvPicPr>
          <p:nvPr/>
        </p:nvPicPr>
        <p:blipFill rotWithShape="1">
          <a:blip r:embed="rId2"/>
          <a:srcRect b="24952"/>
          <a:stretch/>
        </p:blipFill>
        <p:spPr>
          <a:xfrm>
            <a:off x="1349150" y="1980398"/>
            <a:ext cx="9113287" cy="966987"/>
          </a:xfrm>
          <a:prstGeom prst="rect">
            <a:avLst/>
          </a:prstGeom>
        </p:spPr>
      </p:pic>
      <p:pic>
        <p:nvPicPr>
          <p:cNvPr id="6" name="Picture 5">
            <a:extLst>
              <a:ext uri="{FF2B5EF4-FFF2-40B4-BE49-F238E27FC236}">
                <a16:creationId xmlns:a16="http://schemas.microsoft.com/office/drawing/2014/main" id="{D353743C-9BB2-4019-A09B-E1047AE83113}"/>
              </a:ext>
            </a:extLst>
          </p:cNvPr>
          <p:cNvPicPr>
            <a:picLocks noChangeAspect="1"/>
          </p:cNvPicPr>
          <p:nvPr/>
        </p:nvPicPr>
        <p:blipFill rotWithShape="1">
          <a:blip r:embed="rId3"/>
          <a:srcRect b="24952"/>
          <a:stretch/>
        </p:blipFill>
        <p:spPr>
          <a:xfrm>
            <a:off x="1349150" y="3429001"/>
            <a:ext cx="9113287" cy="966987"/>
          </a:xfrm>
          <a:prstGeom prst="rect">
            <a:avLst/>
          </a:prstGeom>
        </p:spPr>
      </p:pic>
    </p:spTree>
    <p:extLst>
      <p:ext uri="{BB962C8B-B14F-4D97-AF65-F5344CB8AC3E}">
        <p14:creationId xmlns:p14="http://schemas.microsoft.com/office/powerpoint/2010/main" val="1931476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5CCE9-6DAB-4806-B632-8BFD2D1D464F}"/>
              </a:ext>
            </a:extLst>
          </p:cNvPr>
          <p:cNvSpPr>
            <a:spLocks noGrp="1"/>
          </p:cNvSpPr>
          <p:nvPr>
            <p:ph type="title"/>
          </p:nvPr>
        </p:nvSpPr>
        <p:spPr/>
        <p:txBody>
          <a:bodyPr>
            <a:normAutofit fontScale="90000"/>
          </a:bodyPr>
          <a:lstStyle/>
          <a:p>
            <a:r>
              <a:rPr lang="en-US" dirty="0"/>
              <a:t>Preliminary Results (2/5) – Factor Scores for Agility Practices &amp; Outcomes</a:t>
            </a:r>
          </a:p>
        </p:txBody>
      </p:sp>
      <p:sp>
        <p:nvSpPr>
          <p:cNvPr id="3" name="Content Placeholder 2">
            <a:extLst>
              <a:ext uri="{FF2B5EF4-FFF2-40B4-BE49-F238E27FC236}">
                <a16:creationId xmlns:a16="http://schemas.microsoft.com/office/drawing/2014/main" id="{DF306AB4-405D-4070-9423-48F9C0DCC0D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B569ECC-1352-4270-98FE-BF0148B24542}"/>
              </a:ext>
            </a:extLst>
          </p:cNvPr>
          <p:cNvPicPr>
            <a:picLocks noChangeAspect="1"/>
          </p:cNvPicPr>
          <p:nvPr/>
        </p:nvPicPr>
        <p:blipFill>
          <a:blip r:embed="rId2"/>
          <a:stretch>
            <a:fillRect/>
          </a:stretch>
        </p:blipFill>
        <p:spPr>
          <a:xfrm>
            <a:off x="124810" y="1452029"/>
            <a:ext cx="5971190" cy="4343121"/>
          </a:xfrm>
          <a:prstGeom prst="rect">
            <a:avLst/>
          </a:prstGeom>
        </p:spPr>
      </p:pic>
      <p:pic>
        <p:nvPicPr>
          <p:cNvPr id="5" name="Picture 4">
            <a:extLst>
              <a:ext uri="{FF2B5EF4-FFF2-40B4-BE49-F238E27FC236}">
                <a16:creationId xmlns:a16="http://schemas.microsoft.com/office/drawing/2014/main" id="{E7448F61-B645-4A06-AF66-4285B4AD6744}"/>
              </a:ext>
            </a:extLst>
          </p:cNvPr>
          <p:cNvPicPr>
            <a:picLocks noChangeAspect="1"/>
          </p:cNvPicPr>
          <p:nvPr/>
        </p:nvPicPr>
        <p:blipFill>
          <a:blip r:embed="rId3"/>
          <a:stretch>
            <a:fillRect/>
          </a:stretch>
        </p:blipFill>
        <p:spPr>
          <a:xfrm>
            <a:off x="6096000" y="1452028"/>
            <a:ext cx="5971190" cy="4343121"/>
          </a:xfrm>
          <a:prstGeom prst="rect">
            <a:avLst/>
          </a:prstGeom>
        </p:spPr>
      </p:pic>
    </p:spTree>
    <p:extLst>
      <p:ext uri="{BB962C8B-B14F-4D97-AF65-F5344CB8AC3E}">
        <p14:creationId xmlns:p14="http://schemas.microsoft.com/office/powerpoint/2010/main" val="3076389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0780F-E2F8-4F08-93D5-C7F16F273252}"/>
              </a:ext>
            </a:extLst>
          </p:cNvPr>
          <p:cNvSpPr>
            <a:spLocks noGrp="1"/>
          </p:cNvSpPr>
          <p:nvPr>
            <p:ph type="title"/>
          </p:nvPr>
        </p:nvSpPr>
        <p:spPr/>
        <p:txBody>
          <a:bodyPr/>
          <a:lstStyle/>
          <a:p>
            <a:r>
              <a:rPr lang="en-US" dirty="0"/>
              <a:t>Preliminary Results (3/5) – Agility Practices</a:t>
            </a:r>
          </a:p>
        </p:txBody>
      </p:sp>
      <p:sp>
        <p:nvSpPr>
          <p:cNvPr id="3" name="Content Placeholder 2">
            <a:extLst>
              <a:ext uri="{FF2B5EF4-FFF2-40B4-BE49-F238E27FC236}">
                <a16:creationId xmlns:a16="http://schemas.microsoft.com/office/drawing/2014/main" id="{7AEBC5B9-860B-47A6-909E-57DF6663A8CE}"/>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B8AFD4B3-4466-4167-9A09-3C9DC61255BF}"/>
              </a:ext>
            </a:extLst>
          </p:cNvPr>
          <p:cNvPicPr>
            <a:picLocks noChangeAspect="1"/>
          </p:cNvPicPr>
          <p:nvPr/>
        </p:nvPicPr>
        <p:blipFill>
          <a:blip r:embed="rId2"/>
          <a:stretch>
            <a:fillRect/>
          </a:stretch>
        </p:blipFill>
        <p:spPr>
          <a:xfrm>
            <a:off x="2230259" y="1251586"/>
            <a:ext cx="7561362" cy="5499727"/>
          </a:xfrm>
          <a:prstGeom prst="rect">
            <a:avLst/>
          </a:prstGeom>
        </p:spPr>
      </p:pic>
    </p:spTree>
    <p:extLst>
      <p:ext uri="{BB962C8B-B14F-4D97-AF65-F5344CB8AC3E}">
        <p14:creationId xmlns:p14="http://schemas.microsoft.com/office/powerpoint/2010/main" val="7200030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B7157-2A8A-4493-ABC5-45D2FFB69EF2}"/>
              </a:ext>
            </a:extLst>
          </p:cNvPr>
          <p:cNvSpPr>
            <a:spLocks noGrp="1"/>
          </p:cNvSpPr>
          <p:nvPr>
            <p:ph type="title"/>
          </p:nvPr>
        </p:nvSpPr>
        <p:spPr/>
        <p:txBody>
          <a:bodyPr/>
          <a:lstStyle/>
          <a:p>
            <a:r>
              <a:rPr lang="en-US" dirty="0"/>
              <a:t>Preliminary Results (4/5) - Effectiveness of Agility Practices </a:t>
            </a:r>
          </a:p>
        </p:txBody>
      </p:sp>
      <p:pic>
        <p:nvPicPr>
          <p:cNvPr id="4" name="Picture 3">
            <a:extLst>
              <a:ext uri="{FF2B5EF4-FFF2-40B4-BE49-F238E27FC236}">
                <a16:creationId xmlns:a16="http://schemas.microsoft.com/office/drawing/2014/main" id="{146425F1-29DA-4738-86EA-098605D760AE}"/>
              </a:ext>
            </a:extLst>
          </p:cNvPr>
          <p:cNvPicPr>
            <a:picLocks noChangeAspect="1"/>
          </p:cNvPicPr>
          <p:nvPr/>
        </p:nvPicPr>
        <p:blipFill>
          <a:blip r:embed="rId2"/>
          <a:stretch>
            <a:fillRect/>
          </a:stretch>
        </p:blipFill>
        <p:spPr>
          <a:xfrm>
            <a:off x="2395063" y="1238624"/>
            <a:ext cx="7401874" cy="5383724"/>
          </a:xfrm>
          <a:prstGeom prst="rect">
            <a:avLst/>
          </a:prstGeom>
        </p:spPr>
      </p:pic>
      <p:sp>
        <p:nvSpPr>
          <p:cNvPr id="5" name="TextBox 4">
            <a:extLst>
              <a:ext uri="{FF2B5EF4-FFF2-40B4-BE49-F238E27FC236}">
                <a16:creationId xmlns:a16="http://schemas.microsoft.com/office/drawing/2014/main" id="{D4F83B03-0A3A-4DE0-8B99-256A755033CB}"/>
              </a:ext>
            </a:extLst>
          </p:cNvPr>
          <p:cNvSpPr txBox="1"/>
          <p:nvPr/>
        </p:nvSpPr>
        <p:spPr>
          <a:xfrm>
            <a:off x="6709144" y="5357766"/>
            <a:ext cx="5209953" cy="523220"/>
          </a:xfrm>
          <a:prstGeom prst="rect">
            <a:avLst/>
          </a:prstGeom>
          <a:solidFill>
            <a:srgbClr val="FFC000"/>
          </a:solidFill>
          <a:ln w="57150">
            <a:solidFill>
              <a:srgbClr val="0070C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nchor="ctr">
            <a:spAutoFit/>
          </a:bodyPr>
          <a:lstStyle/>
          <a:p>
            <a:r>
              <a:rPr lang="en-US" sz="1400" dirty="0">
                <a:solidFill>
                  <a:schemeClr val="tx1"/>
                </a:solidFill>
                <a:latin typeface="Book Antiqua" panose="02040602050305030304" pitchFamily="18" charset="0"/>
              </a:rPr>
              <a:t>The slope of each country is different. </a:t>
            </a:r>
          </a:p>
          <a:p>
            <a:r>
              <a:rPr lang="en-US" sz="1400" dirty="0">
                <a:solidFill>
                  <a:schemeClr val="tx1"/>
                </a:solidFill>
                <a:latin typeface="Book Antiqua" panose="02040602050305030304" pitchFamily="18" charset="0"/>
              </a:rPr>
              <a:t>(The effectiveness of the agility practices vary across countries.) </a:t>
            </a:r>
            <a:endParaRPr lang="en-US" sz="1400" i="1" dirty="0">
              <a:solidFill>
                <a:schemeClr val="tx1"/>
              </a:solidFill>
              <a:latin typeface="Book Antiqua" panose="02040602050305030304" pitchFamily="18" charset="0"/>
            </a:endParaRPr>
          </a:p>
        </p:txBody>
      </p:sp>
      <p:pic>
        <p:nvPicPr>
          <p:cNvPr id="6" name="Picture 5">
            <a:extLst>
              <a:ext uri="{FF2B5EF4-FFF2-40B4-BE49-F238E27FC236}">
                <a16:creationId xmlns:a16="http://schemas.microsoft.com/office/drawing/2014/main" id="{111E5FD3-2980-4605-9D97-F573DB15E927}"/>
              </a:ext>
            </a:extLst>
          </p:cNvPr>
          <p:cNvPicPr>
            <a:picLocks noChangeAspect="1"/>
          </p:cNvPicPr>
          <p:nvPr/>
        </p:nvPicPr>
        <p:blipFill rotWithShape="1">
          <a:blip r:embed="rId3"/>
          <a:srcRect l="6462" t="6880" r="5813" b="13178"/>
          <a:stretch/>
        </p:blipFill>
        <p:spPr>
          <a:xfrm>
            <a:off x="66530" y="56460"/>
            <a:ext cx="4529469" cy="2321796"/>
          </a:xfrm>
          <a:prstGeom prst="rect">
            <a:avLst/>
          </a:prstGeom>
          <a:ln w="38100">
            <a:solidFill>
              <a:srgbClr val="134FC9"/>
            </a:solidFill>
          </a:ln>
        </p:spPr>
      </p:pic>
    </p:spTree>
    <p:extLst>
      <p:ext uri="{BB962C8B-B14F-4D97-AF65-F5344CB8AC3E}">
        <p14:creationId xmlns:p14="http://schemas.microsoft.com/office/powerpoint/2010/main" val="495917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500"/>
                                        <p:tgtEl>
                                          <p:spTgt spid="5">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500"/>
                                        <p:tgtEl>
                                          <p:spTgt spid="5">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2813CA2-ECA6-4F25-81A3-402618DE8421}"/>
              </a:ext>
            </a:extLst>
          </p:cNvPr>
          <p:cNvPicPr>
            <a:picLocks noChangeAspect="1"/>
          </p:cNvPicPr>
          <p:nvPr/>
        </p:nvPicPr>
        <p:blipFill>
          <a:blip r:embed="rId2"/>
          <a:stretch>
            <a:fillRect/>
          </a:stretch>
        </p:blipFill>
        <p:spPr>
          <a:xfrm>
            <a:off x="2395063" y="1233307"/>
            <a:ext cx="7401872" cy="5383722"/>
          </a:xfrm>
          <a:prstGeom prst="rect">
            <a:avLst/>
          </a:prstGeom>
        </p:spPr>
      </p:pic>
      <p:sp>
        <p:nvSpPr>
          <p:cNvPr id="2" name="Title 1">
            <a:extLst>
              <a:ext uri="{FF2B5EF4-FFF2-40B4-BE49-F238E27FC236}">
                <a16:creationId xmlns:a16="http://schemas.microsoft.com/office/drawing/2014/main" id="{F04B7157-2A8A-4493-ABC5-45D2FFB69EF2}"/>
              </a:ext>
            </a:extLst>
          </p:cNvPr>
          <p:cNvSpPr>
            <a:spLocks noGrp="1"/>
          </p:cNvSpPr>
          <p:nvPr>
            <p:ph type="title"/>
          </p:nvPr>
        </p:nvSpPr>
        <p:spPr/>
        <p:txBody>
          <a:bodyPr/>
          <a:lstStyle/>
          <a:p>
            <a:r>
              <a:rPr lang="en-US" dirty="0"/>
              <a:t>Preliminary Results (4/5) - Effectiveness of Agility Practices </a:t>
            </a:r>
          </a:p>
        </p:txBody>
      </p:sp>
      <p:sp>
        <p:nvSpPr>
          <p:cNvPr id="7" name="TextBox 6">
            <a:extLst>
              <a:ext uri="{FF2B5EF4-FFF2-40B4-BE49-F238E27FC236}">
                <a16:creationId xmlns:a16="http://schemas.microsoft.com/office/drawing/2014/main" id="{568C885C-142A-48A0-8D36-EA0718445722}"/>
              </a:ext>
            </a:extLst>
          </p:cNvPr>
          <p:cNvSpPr txBox="1"/>
          <p:nvPr/>
        </p:nvSpPr>
        <p:spPr>
          <a:xfrm>
            <a:off x="6709144" y="5250044"/>
            <a:ext cx="5209953" cy="738664"/>
          </a:xfrm>
          <a:prstGeom prst="rect">
            <a:avLst/>
          </a:prstGeom>
          <a:solidFill>
            <a:srgbClr val="FFC000"/>
          </a:solidFill>
          <a:ln w="57150">
            <a:solidFill>
              <a:srgbClr val="0070C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nchor="ctr">
            <a:spAutoFit/>
          </a:bodyPr>
          <a:lstStyle/>
          <a:p>
            <a:r>
              <a:rPr lang="en-US" sz="1400" dirty="0">
                <a:solidFill>
                  <a:schemeClr val="tx1"/>
                </a:solidFill>
                <a:latin typeface="Book Antiqua" panose="02040602050305030304" pitchFamily="18" charset="0"/>
              </a:rPr>
              <a:t>Within the same country, firms with the greater exposure to multicultural environment show differing level of effectiveness when compared to the regionally operating firms. </a:t>
            </a:r>
            <a:endParaRPr lang="en-US" sz="1400" i="1"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1300021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500"/>
                                        <p:tgtEl>
                                          <p:spTgt spid="7">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8277D-A604-4BA8-AE8C-A345B3E66741}"/>
              </a:ext>
            </a:extLst>
          </p:cNvPr>
          <p:cNvSpPr>
            <a:spLocks noGrp="1"/>
          </p:cNvSpPr>
          <p:nvPr>
            <p:ph type="title"/>
          </p:nvPr>
        </p:nvSpPr>
        <p:spPr/>
        <p:txBody>
          <a:bodyPr>
            <a:normAutofit fontScale="90000"/>
          </a:bodyPr>
          <a:lstStyle/>
          <a:p>
            <a:r>
              <a:rPr lang="en-US" dirty="0"/>
              <a:t>Preliminary Results (5/5) – </a:t>
            </a:r>
            <a:br>
              <a:rPr lang="en-US" dirty="0"/>
            </a:br>
            <a:r>
              <a:rPr lang="en-US" dirty="0"/>
              <a:t>Multilevel Mixed-Effect Model – Long-term Orientation</a:t>
            </a:r>
          </a:p>
        </p:txBody>
      </p:sp>
      <p:pic>
        <p:nvPicPr>
          <p:cNvPr id="5" name="Picture 4">
            <a:extLst>
              <a:ext uri="{FF2B5EF4-FFF2-40B4-BE49-F238E27FC236}">
                <a16:creationId xmlns:a16="http://schemas.microsoft.com/office/drawing/2014/main" id="{41B9C797-E827-44A2-AEE8-919F382C6511}"/>
              </a:ext>
            </a:extLst>
          </p:cNvPr>
          <p:cNvPicPr>
            <a:picLocks noChangeAspect="1"/>
          </p:cNvPicPr>
          <p:nvPr/>
        </p:nvPicPr>
        <p:blipFill rotWithShape="1">
          <a:blip r:embed="rId2"/>
          <a:srcRect r="34879"/>
          <a:stretch/>
        </p:blipFill>
        <p:spPr>
          <a:xfrm>
            <a:off x="495026" y="1323462"/>
            <a:ext cx="5526546" cy="4705198"/>
          </a:xfrm>
          <a:prstGeom prst="rect">
            <a:avLst/>
          </a:prstGeom>
        </p:spPr>
      </p:pic>
      <p:pic>
        <p:nvPicPr>
          <p:cNvPr id="6" name="Picture 5">
            <a:extLst>
              <a:ext uri="{FF2B5EF4-FFF2-40B4-BE49-F238E27FC236}">
                <a16:creationId xmlns:a16="http://schemas.microsoft.com/office/drawing/2014/main" id="{B0998BF3-9EB5-404E-B6B3-AE6FEF0D98E4}"/>
              </a:ext>
            </a:extLst>
          </p:cNvPr>
          <p:cNvPicPr>
            <a:picLocks noChangeAspect="1"/>
          </p:cNvPicPr>
          <p:nvPr/>
        </p:nvPicPr>
        <p:blipFill rotWithShape="1">
          <a:blip r:embed="rId3"/>
          <a:srcRect r="35294"/>
          <a:stretch/>
        </p:blipFill>
        <p:spPr>
          <a:xfrm>
            <a:off x="6290317" y="1323463"/>
            <a:ext cx="5451002" cy="4992278"/>
          </a:xfrm>
          <a:prstGeom prst="rect">
            <a:avLst/>
          </a:prstGeom>
        </p:spPr>
      </p:pic>
      <p:sp>
        <p:nvSpPr>
          <p:cNvPr id="7" name="Rectangle 6">
            <a:extLst>
              <a:ext uri="{FF2B5EF4-FFF2-40B4-BE49-F238E27FC236}">
                <a16:creationId xmlns:a16="http://schemas.microsoft.com/office/drawing/2014/main" id="{33352958-C173-4C61-9779-2EA3759EB657}"/>
              </a:ext>
            </a:extLst>
          </p:cNvPr>
          <p:cNvSpPr/>
          <p:nvPr/>
        </p:nvSpPr>
        <p:spPr>
          <a:xfrm>
            <a:off x="495026" y="4688958"/>
            <a:ext cx="5451002" cy="8455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6005E0F-7E65-47AF-8E25-87109350AE95}"/>
              </a:ext>
            </a:extLst>
          </p:cNvPr>
          <p:cNvSpPr/>
          <p:nvPr/>
        </p:nvSpPr>
        <p:spPr>
          <a:xfrm>
            <a:off x="6290317" y="4688958"/>
            <a:ext cx="5451002" cy="133970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05316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7EDA4-1535-4DA2-A697-829E15CFA229}"/>
              </a:ext>
            </a:extLst>
          </p:cNvPr>
          <p:cNvSpPr>
            <a:spLocks noGrp="1"/>
          </p:cNvSpPr>
          <p:nvPr>
            <p:ph type="title"/>
          </p:nvPr>
        </p:nvSpPr>
        <p:spPr/>
        <p:txBody>
          <a:bodyPr/>
          <a:lstStyle/>
          <a:p>
            <a:r>
              <a:rPr lang="en-US" dirty="0"/>
              <a:t>Limitations and Challenges</a:t>
            </a:r>
          </a:p>
        </p:txBody>
      </p:sp>
      <p:sp>
        <p:nvSpPr>
          <p:cNvPr id="3" name="Content Placeholder 2">
            <a:extLst>
              <a:ext uri="{FF2B5EF4-FFF2-40B4-BE49-F238E27FC236}">
                <a16:creationId xmlns:a16="http://schemas.microsoft.com/office/drawing/2014/main" id="{D2F178B1-7B18-45D1-A2B3-A22C235AA6C5}"/>
              </a:ext>
            </a:extLst>
          </p:cNvPr>
          <p:cNvSpPr>
            <a:spLocks noGrp="1"/>
          </p:cNvSpPr>
          <p:nvPr>
            <p:ph idx="1"/>
          </p:nvPr>
        </p:nvSpPr>
        <p:spPr/>
        <p:txBody>
          <a:bodyPr/>
          <a:lstStyle/>
          <a:p>
            <a:r>
              <a:rPr lang="en-US" dirty="0"/>
              <a:t>Limitations</a:t>
            </a:r>
          </a:p>
          <a:p>
            <a:pPr lvl="1"/>
            <a:r>
              <a:rPr lang="en-US" dirty="0"/>
              <a:t>National culture is assumed to be an exogenous factor. </a:t>
            </a:r>
          </a:p>
          <a:p>
            <a:pPr lvl="1"/>
            <a:r>
              <a:rPr lang="en-US" dirty="0"/>
              <a:t>Used </a:t>
            </a:r>
            <a:r>
              <a:rPr lang="en-US" i="1" dirty="0"/>
              <a:t>country</a:t>
            </a:r>
            <a:r>
              <a:rPr lang="en-US" dirty="0"/>
              <a:t> as the unit of the national culture cluster and within country cultural heterogeneity is not considered.</a:t>
            </a:r>
          </a:p>
          <a:p>
            <a:r>
              <a:rPr lang="en-US" dirty="0"/>
              <a:t>Challenges</a:t>
            </a:r>
          </a:p>
          <a:p>
            <a:pPr lvl="1"/>
            <a:r>
              <a:rPr lang="en-US" dirty="0"/>
              <a:t>National culture has six different dimensions. Therefore, it is a bit empirically challenging to include into a statistical model. </a:t>
            </a:r>
          </a:p>
          <a:p>
            <a:pPr lvl="2"/>
            <a:r>
              <a:rPr lang="en-US" dirty="0"/>
              <a:t>Include all of them in one model – not enough sample size and increased complexity for estimation.</a:t>
            </a:r>
          </a:p>
          <a:p>
            <a:pPr lvl="2"/>
            <a:r>
              <a:rPr lang="en-US" dirty="0"/>
              <a:t>Include only one in each model – endogeneity concern (omitted variable) </a:t>
            </a:r>
          </a:p>
        </p:txBody>
      </p:sp>
    </p:spTree>
    <p:extLst>
      <p:ext uri="{BB962C8B-B14F-4D97-AF65-F5344CB8AC3E}">
        <p14:creationId xmlns:p14="http://schemas.microsoft.com/office/powerpoint/2010/main" val="2689597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D418D-D0B5-492D-B670-4A67B461135D}"/>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4EA4E06A-DEEE-4E07-A3B1-A24CE19573B2}"/>
              </a:ext>
            </a:extLst>
          </p:cNvPr>
          <p:cNvSpPr>
            <a:spLocks noGrp="1"/>
          </p:cNvSpPr>
          <p:nvPr>
            <p:ph idx="1"/>
          </p:nvPr>
        </p:nvSpPr>
        <p:spPr/>
        <p:txBody>
          <a:bodyPr/>
          <a:lstStyle/>
          <a:p>
            <a:r>
              <a:rPr lang="en-US" dirty="0"/>
              <a:t>This study contributes to the current literature by providing meaningful insights into the role of national culture in OSCM agility. </a:t>
            </a:r>
          </a:p>
          <a:p>
            <a:r>
              <a:rPr lang="en-US" dirty="0"/>
              <a:t>The increasing importance of sustainable supply chain management and the unstoppable trend of globalization make it urgent for companies, investors, and policy makers to understand the impact of cultural differences on firm's operations. </a:t>
            </a:r>
          </a:p>
          <a:p>
            <a:r>
              <a:rPr lang="en-US" dirty="0"/>
              <a:t>As will be revealed by this study, national culture does create a difference in planning and implementing the agility practices. </a:t>
            </a:r>
          </a:p>
        </p:txBody>
      </p:sp>
    </p:spTree>
    <p:extLst>
      <p:ext uri="{BB962C8B-B14F-4D97-AF65-F5344CB8AC3E}">
        <p14:creationId xmlns:p14="http://schemas.microsoft.com/office/powerpoint/2010/main" val="2980724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ultureName xmlns="9de7ff18-1830-493d-b3ba-1b350e949758" xsi:nil="true"/>
    <Students xmlns="9de7ff18-1830-493d-b3ba-1b350e949758">
      <UserInfo>
        <DisplayName/>
        <AccountId xsi:nil="true"/>
        <AccountType/>
      </UserInfo>
    </Students>
    <Templates xmlns="9de7ff18-1830-493d-b3ba-1b350e949758" xsi:nil="true"/>
    <Invited_Students xmlns="9de7ff18-1830-493d-b3ba-1b350e949758" xsi:nil="true"/>
    <Owner xmlns="9de7ff18-1830-493d-b3ba-1b350e949758">
      <UserInfo>
        <DisplayName/>
        <AccountId xsi:nil="true"/>
        <AccountType/>
      </UserInfo>
    </Owner>
    <Teachers xmlns="9de7ff18-1830-493d-b3ba-1b350e949758">
      <UserInfo>
        <DisplayName/>
        <AccountId xsi:nil="true"/>
        <AccountType/>
      </UserInfo>
    </Teachers>
    <Student_Groups xmlns="9de7ff18-1830-493d-b3ba-1b350e949758">
      <UserInfo>
        <DisplayName/>
        <AccountId xsi:nil="true"/>
        <AccountType/>
      </UserInfo>
    </Student_Groups>
    <Distribution_Groups xmlns="9de7ff18-1830-493d-b3ba-1b350e949758" xsi:nil="true"/>
    <NotebookType xmlns="9de7ff18-1830-493d-b3ba-1b350e949758" xsi:nil="true"/>
    <Math_Settings xmlns="9de7ff18-1830-493d-b3ba-1b350e949758" xsi:nil="true"/>
    <Has_Teacher_Only_SectionGroup xmlns="9de7ff18-1830-493d-b3ba-1b350e949758" xsi:nil="true"/>
    <Is_Collaboration_Space_Locked xmlns="9de7ff18-1830-493d-b3ba-1b350e949758" xsi:nil="true"/>
    <LMS_Mappings xmlns="9de7ff18-1830-493d-b3ba-1b350e949758" xsi:nil="true"/>
    <Invited_Teachers xmlns="9de7ff18-1830-493d-b3ba-1b350e949758" xsi:nil="true"/>
    <FolderType xmlns="9de7ff18-1830-493d-b3ba-1b350e949758" xsi:nil="true"/>
    <DefaultSectionNames xmlns="9de7ff18-1830-493d-b3ba-1b350e949758" xsi:nil="true"/>
    <AppVersion xmlns="9de7ff18-1830-493d-b3ba-1b350e949758" xsi:nil="true"/>
    <Self_Registration_Enabled xmlns="9de7ff18-1830-493d-b3ba-1b350e949758" xsi:nil="true"/>
    <TeamsChannelId xmlns="9de7ff18-1830-493d-b3ba-1b350e949758" xsi:nil="true"/>
    <IsNotebookLocked xmlns="9de7ff18-1830-493d-b3ba-1b350e94975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E4F964F3BAC17429A4E55D464B71175" ma:contentTypeVersion="33" ma:contentTypeDescription="Create a new document." ma:contentTypeScope="" ma:versionID="48f4ebdb57e8d71db1e8bc5eecc693f4">
  <xsd:schema xmlns:xsd="http://www.w3.org/2001/XMLSchema" xmlns:xs="http://www.w3.org/2001/XMLSchema" xmlns:p="http://schemas.microsoft.com/office/2006/metadata/properties" xmlns:ns3="9de7ff18-1830-493d-b3ba-1b350e949758" xmlns:ns4="b7007dd4-78b9-472e-8602-0257a3da62ae" targetNamespace="http://schemas.microsoft.com/office/2006/metadata/properties" ma:root="true" ma:fieldsID="dfd1c8f68c5565453451af4b296465d7" ns3:_="" ns4:_="">
    <xsd:import namespace="9de7ff18-1830-493d-b3ba-1b350e949758"/>
    <xsd:import namespace="b7007dd4-78b9-472e-8602-0257a3da62a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4:SharedWithUsers" minOccurs="0"/>
                <xsd:element ref="ns4:SharedWithDetails" minOccurs="0"/>
                <xsd:element ref="ns4:SharingHintHash" minOccurs="0"/>
                <xsd:element ref="ns3:MediaServiceOCR" minOccurs="0"/>
                <xsd:element ref="ns3:MediaServiceEventHashCode" minOccurs="0"/>
                <xsd:element ref="ns3:MediaServiceGenerationTime" minOccurs="0"/>
                <xsd:element ref="ns3:MediaServiceAutoKeyPoints" minOccurs="0"/>
                <xsd:element ref="ns3:MediaServiceKeyPoints" minOccurs="0"/>
                <xsd:element ref="ns3:NotebookType" minOccurs="0"/>
                <xsd:element ref="ns3:FolderType" minOccurs="0"/>
                <xsd:element ref="ns3:CultureName" minOccurs="0"/>
                <xsd:element ref="ns3:AppVersion" minOccurs="0"/>
                <xsd:element ref="ns3:TeamsChannelId" minOccurs="0"/>
                <xsd:element ref="ns3:Owner" minOccurs="0"/>
                <xsd:element ref="ns3:Math_Settings" minOccurs="0"/>
                <xsd:element ref="ns3:DefaultSectionNames" minOccurs="0"/>
                <xsd:element ref="ns3:Templates" minOccurs="0"/>
                <xsd:element ref="ns3:Teachers" minOccurs="0"/>
                <xsd:element ref="ns3:Students" minOccurs="0"/>
                <xsd:element ref="ns3:Student_Groups" minOccurs="0"/>
                <xsd:element ref="ns3:Distribution_Groups" minOccurs="0"/>
                <xsd:element ref="ns3:LMS_Mapping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e7ff18-1830-493d-b3ba-1b350e949758"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Location" ma:index="12" nillable="true" ma:displayName="MediaServiceLocation" ma:descrip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NotebookType" ma:index="21" nillable="true" ma:displayName="Notebook Type" ma:internalName="NotebookType">
      <xsd:simpleType>
        <xsd:restriction base="dms:Text"/>
      </xsd:simpleType>
    </xsd:element>
    <xsd:element name="FolderType" ma:index="22" nillable="true" ma:displayName="Folder Type" ma:internalName="FolderType">
      <xsd:simpleType>
        <xsd:restriction base="dms:Text"/>
      </xsd:simpleType>
    </xsd:element>
    <xsd:element name="CultureName" ma:index="23" nillable="true" ma:displayName="Culture Name" ma:internalName="CultureName">
      <xsd:simpleType>
        <xsd:restriction base="dms:Text"/>
      </xsd:simpleType>
    </xsd:element>
    <xsd:element name="AppVersion" ma:index="24" nillable="true" ma:displayName="App Version" ma:internalName="AppVersion">
      <xsd:simpleType>
        <xsd:restriction base="dms:Text"/>
      </xsd:simpleType>
    </xsd:element>
    <xsd:element name="TeamsChannelId" ma:index="25" nillable="true" ma:displayName="Teams Channel Id" ma:internalName="TeamsChannelId">
      <xsd:simpleType>
        <xsd:restriction base="dms:Text"/>
      </xsd:simpleType>
    </xsd:element>
    <xsd:element name="Owner" ma:index="2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7" nillable="true" ma:displayName="Math Settings" ma:internalName="Math_Settings">
      <xsd:simpleType>
        <xsd:restriction base="dms:Text"/>
      </xsd:simpleType>
    </xsd:element>
    <xsd:element name="DefaultSectionNames" ma:index="28" nillable="true" ma:displayName="Default Section Names" ma:internalName="DefaultSectionNames">
      <xsd:simpleType>
        <xsd:restriction base="dms:Note">
          <xsd:maxLength value="255"/>
        </xsd:restriction>
      </xsd:simpleType>
    </xsd:element>
    <xsd:element name="Templates" ma:index="29" nillable="true" ma:displayName="Templates" ma:internalName="Templates">
      <xsd:simpleType>
        <xsd:restriction base="dms:Note">
          <xsd:maxLength value="255"/>
        </xsd:restriction>
      </xsd:simpleType>
    </xsd:element>
    <xsd:element name="Teachers" ma:index="3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3" nillable="true" ma:displayName="Distribution Groups" ma:internalName="Distribution_Groups">
      <xsd:simpleType>
        <xsd:restriction base="dms:Note">
          <xsd:maxLength value="255"/>
        </xsd:restriction>
      </xsd:simpleType>
    </xsd:element>
    <xsd:element name="LMS_Mappings" ma:index="34" nillable="true" ma:displayName="LMS Mappings" ma:internalName="LMS_Mappings">
      <xsd:simpleType>
        <xsd:restriction base="dms:Note">
          <xsd:maxLength value="255"/>
        </xsd:restriction>
      </xsd:simpleType>
    </xsd:element>
    <xsd:element name="Invited_Teachers" ma:index="35" nillable="true" ma:displayName="Invited Teachers" ma:internalName="Invited_Teachers">
      <xsd:simpleType>
        <xsd:restriction base="dms:Note">
          <xsd:maxLength value="255"/>
        </xsd:restriction>
      </xsd:simpleType>
    </xsd:element>
    <xsd:element name="Invited_Students" ma:index="36" nillable="true" ma:displayName="Invited Students" ma:internalName="Invited_Students">
      <xsd:simpleType>
        <xsd:restriction base="dms:Note">
          <xsd:maxLength value="255"/>
        </xsd:restriction>
      </xsd:simpleType>
    </xsd:element>
    <xsd:element name="Self_Registration_Enabled" ma:index="37" nillable="true" ma:displayName="Self Registration Enabled" ma:internalName="Self_Registration_Enabled">
      <xsd:simpleType>
        <xsd:restriction base="dms:Boolean"/>
      </xsd:simpleType>
    </xsd:element>
    <xsd:element name="Has_Teacher_Only_SectionGroup" ma:index="38" nillable="true" ma:displayName="Has Teacher Only SectionGroup" ma:internalName="Has_Teacher_Only_SectionGroup">
      <xsd:simpleType>
        <xsd:restriction base="dms:Boolean"/>
      </xsd:simpleType>
    </xsd:element>
    <xsd:element name="Is_Collaboration_Space_Locked" ma:index="39" nillable="true" ma:displayName="Is Collaboration Space Locked" ma:internalName="Is_Collaboration_Space_Locked">
      <xsd:simpleType>
        <xsd:restriction base="dms:Boolean"/>
      </xsd:simpleType>
    </xsd:element>
    <xsd:element name="IsNotebookLocked" ma:index="40" nillable="true" ma:displayName="Is Notebook Locked" ma:internalName="IsNotebookLock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b7007dd4-78b9-472e-8602-0257a3da62ae" elementFormDefault="qualified">
    <xsd:import namespace="http://schemas.microsoft.com/office/2006/documentManagement/types"/>
    <xsd:import namespace="http://schemas.microsoft.com/office/infopath/2007/PartnerControls"/>
    <xsd:element name="SharedWithUsers" ma:index="13"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description="" ma:internalName="SharedWithDetails" ma:readOnly="true">
      <xsd:simpleType>
        <xsd:restriction base="dms:Note">
          <xsd:maxLength value="255"/>
        </xsd:restriction>
      </xsd:simpleType>
    </xsd:element>
    <xsd:element name="SharingHintHash" ma:index="15" nillable="true" ma:displayName="Sharing Hint Hash" ma:descriptio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8FF10-6AAC-4BFC-BA11-6A9509A3A713}">
  <ds:schemaRefs>
    <ds:schemaRef ds:uri="http://schemas.microsoft.com/sharepoint/v3/contenttype/forms"/>
  </ds:schemaRefs>
</ds:datastoreItem>
</file>

<file path=customXml/itemProps2.xml><?xml version="1.0" encoding="utf-8"?>
<ds:datastoreItem xmlns:ds="http://schemas.openxmlformats.org/officeDocument/2006/customXml" ds:itemID="{413C052F-958B-4C6F-83A8-E9DEC9D38994}">
  <ds:schemaRefs>
    <ds:schemaRef ds:uri="http://schemas.microsoft.com/office/2006/metadata/properties"/>
    <ds:schemaRef ds:uri="http://schemas.microsoft.com/office/infopath/2007/PartnerControls"/>
    <ds:schemaRef ds:uri="9de7ff18-1830-493d-b3ba-1b350e949758"/>
  </ds:schemaRefs>
</ds:datastoreItem>
</file>

<file path=customXml/itemProps3.xml><?xml version="1.0" encoding="utf-8"?>
<ds:datastoreItem xmlns:ds="http://schemas.openxmlformats.org/officeDocument/2006/customXml" ds:itemID="{2DB0C71F-E3AA-4A26-A56B-20369BDA6E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e7ff18-1830-493d-b3ba-1b350e949758"/>
    <ds:schemaRef ds:uri="b7007dd4-78b9-472e-8602-0257a3da62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TM03457515[[fn=View]]</Template>
  <TotalTime>4858</TotalTime>
  <Words>1973</Words>
  <Application>Microsoft Office PowerPoint</Application>
  <PresentationFormat>Widescreen</PresentationFormat>
  <Paragraphs>256</Paragraphs>
  <Slides>32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Book Antiqua</vt:lpstr>
      <vt:lpstr>Calibri</vt:lpstr>
      <vt:lpstr>Cambria Math</vt:lpstr>
      <vt:lpstr>Georgia</vt:lpstr>
      <vt:lpstr>Office Theme</vt:lpstr>
      <vt:lpstr>(Dissertation for Ph.D. in Mfr. &amp; Tech. Mgmt.)  Three Essays on  “Operations &amp; Supply Chain Agility,  Emerging Technologies, and Environmental Dynamism”  Zhezhu “Wen” Nov. 20th, 2020</vt:lpstr>
      <vt:lpstr>8th Global Supply Chain Management Conference 2020  Operations &amp; Supply Chain Agility and  National Culture</vt:lpstr>
      <vt:lpstr>Outline</vt:lpstr>
      <vt:lpstr>Background and Research Motivation: Agility</vt:lpstr>
      <vt:lpstr>PowerPoint Presentation</vt:lpstr>
      <vt:lpstr>Background and Research Motivation: Supply chain diversification</vt:lpstr>
      <vt:lpstr>Background and Research Motivation: Supply chain diversification</vt:lpstr>
      <vt:lpstr>Research Questions</vt:lpstr>
      <vt:lpstr>Literature Review (1/3)</vt:lpstr>
      <vt:lpstr>Literature Review (2/3)</vt:lpstr>
      <vt:lpstr>Literature Review (3/3)</vt:lpstr>
      <vt:lpstr>Research Opportunities</vt:lpstr>
      <vt:lpstr>Theoretical Development: Theory base</vt:lpstr>
      <vt:lpstr>Theoretical Development: Conceptual Model</vt:lpstr>
      <vt:lpstr>Agility Practices: A Second-order Construct</vt:lpstr>
      <vt:lpstr>Agility Outcome: A Second-order Construct</vt:lpstr>
      <vt:lpstr>Hypotheses (1/2) – Work-in-Progress</vt:lpstr>
      <vt:lpstr>Data – International Manufacturing Strategy Survey VI</vt:lpstr>
      <vt:lpstr>Data - Cultural Dimensions – An Illustration of Hofstede Framework</vt:lpstr>
      <vt:lpstr>IMSS Respondents’ Profile</vt:lpstr>
      <vt:lpstr>Analytical Framework – Multilevel Mixed-Effect Model (1/2)</vt:lpstr>
      <vt:lpstr>Analytical Framework – Multilevel Mixed-Effect Model (2/2)</vt:lpstr>
      <vt:lpstr>Measurement Items for Agility Practices</vt:lpstr>
      <vt:lpstr>Measurement Items for Agility Outcome</vt:lpstr>
      <vt:lpstr>Preliminary Results (1/5)</vt:lpstr>
      <vt:lpstr>Preliminary Results (2/5) – Factor Scores for Agility Practices &amp; Outcomes</vt:lpstr>
      <vt:lpstr>Preliminary Results (3/5) – Agility Practices</vt:lpstr>
      <vt:lpstr>Preliminary Results (4/5) - Effectiveness of Agility Practices </vt:lpstr>
      <vt:lpstr>Preliminary Results (4/5) - Effectiveness of Agility Practices </vt:lpstr>
      <vt:lpstr>Preliminary Results (5/5) –  Multilevel Mixed-Effect Model – Long-term Orientation</vt:lpstr>
      <vt:lpstr>Limitations and Challenges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Zhezhu Wen</dc:creator>
  <cp:lastModifiedBy>Wen, Zhezhu</cp:lastModifiedBy>
  <cp:revision>10</cp:revision>
  <dcterms:created xsi:type="dcterms:W3CDTF">2020-09-23T21:22:07Z</dcterms:created>
  <dcterms:modified xsi:type="dcterms:W3CDTF">2020-12-10T14:21:58Z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0x010100EE4F964F3BAC17429A4E55D464B71175</vt:lpwstr>
  </property>
</Properties>
</file>